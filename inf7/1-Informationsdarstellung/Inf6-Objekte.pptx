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415" r:id="rId2"/>
    <p:sldId id="416" r:id="rId3"/>
    <p:sldId id="421" r:id="rId4"/>
    <p:sldId id="42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125" autoAdjust="0"/>
  </p:normalViewPr>
  <p:slideViewPr>
    <p:cSldViewPr snapToGrid="0">
      <p:cViewPr varScale="1">
        <p:scale>
          <a:sx n="77" d="100"/>
          <a:sy n="77" d="100"/>
        </p:scale>
        <p:origin x="912" y="10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FC7C-4090-4DE3-B7A6-823389B1DB10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C4371-8A94-497C-981A-5985C1B3E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9D955-DF9D-41CC-8346-A66ABF961EC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71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3D6CF-C951-4233-8C05-FC2B7D27C8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11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6D5AE-7254-4A0E-BF27-8ACCF86131F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00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2D9C1-8307-48E2-95E3-5C299A4B6B8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06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1E99-019C-4610-8E89-15627F058E7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71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CD810-417C-4FC0-911C-8A532555A5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7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F58B3-F613-4188-ABD5-75C2EFD6034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6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F907C-0B38-4B04-B99A-47828357F1E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5083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B12EC-29C9-4953-96D2-AC1247C0411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73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B2177-6598-49A4-A093-FCDB8A1488E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14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BC58-F9EE-4EF4-8BA7-73D1623D7F6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8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F637A9-2672-485D-BB5A-0633926A8C3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606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2FAAB-F3D7-3414-D099-19C7B89BF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8FCC2FE1-E110-73CA-4A02-AF9A38CC5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83D79D9-A7F0-5F3D-7773-C7405D81D20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Ein neues Programm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831FD65F-3A30-EBCF-54DB-3EC3D8BCE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D759E8A-E105-DBB4-181D-D630062E4D7D}"/>
              </a:ext>
            </a:extLst>
          </p:cNvPr>
          <p:cNvSpPr txBox="1"/>
          <p:nvPr/>
        </p:nvSpPr>
        <p:spPr>
          <a:xfrm>
            <a:off x="292947" y="1061499"/>
            <a:ext cx="59131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400" dirty="0"/>
              <a:t>Was </a:t>
            </a:r>
            <a:r>
              <a:rPr lang="de-DE" sz="4400" b="1" dirty="0"/>
              <a:t>ist</a:t>
            </a:r>
            <a:r>
              <a:rPr lang="de-DE" sz="4400" dirty="0"/>
              <a:t> das Programm LibreOffice Draw?</a:t>
            </a:r>
          </a:p>
          <a:p>
            <a:pPr algn="ctr"/>
            <a:r>
              <a:rPr lang="de-DE" sz="4400" dirty="0"/>
              <a:t>Und was </a:t>
            </a:r>
            <a:r>
              <a:rPr lang="de-DE" sz="4400" b="1" dirty="0"/>
              <a:t>kann</a:t>
            </a:r>
            <a:r>
              <a:rPr lang="de-DE" sz="4400" dirty="0"/>
              <a:t> es?</a:t>
            </a:r>
          </a:p>
        </p:txBody>
      </p:sp>
      <p:pic>
        <p:nvPicPr>
          <p:cNvPr id="4" name="Grafik 3" descr="Ein Bild, das Screenshot, Grafiken, Design enthält.&#10;&#10;KI-generierte Inhalte können fehlerhaft sein.">
            <a:extLst>
              <a:ext uri="{FF2B5EF4-FFF2-40B4-BE49-F238E27FC236}">
                <a16:creationId xmlns:a16="http://schemas.microsoft.com/office/drawing/2014/main" id="{B2D1ABAC-8C17-E688-DE1F-4A73C9439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191" y="1480931"/>
            <a:ext cx="5138530" cy="513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201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51EA2-0065-5B09-6442-B917CF2CC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FE71D892-7C0C-10A6-E08A-A5E381D52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BB335E9D-88FB-9641-C4AF-CD2BF7558AA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Jeder Ring hat Eigenschaften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BD7FDFED-DD31-8323-9CEA-C19B3D403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9EB7FC1-4B02-9512-A269-F1C6BB840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25" y="762000"/>
            <a:ext cx="10704150" cy="584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680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D52D1-9EC4-454D-B558-599B7FA59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F0DAAF82-18F9-4F25-E401-8112BACC2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0D73D43-6214-0A1C-3811-25DF2B8E8CD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FWU-Video + AB3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2D3989F6-60B0-5688-06B9-E3B64D4D1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30BB039-CA6D-1F30-4E2A-90F823F1E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169" y="798576"/>
            <a:ext cx="6377069" cy="332128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810878F-FA8E-9744-D5E8-C8373B13C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40" y="3061850"/>
            <a:ext cx="7422160" cy="364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474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217F1-2F35-044C-0C4F-9D4C0072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4F901B2-4874-29A6-5E94-2B7381F4E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E9B2886-8185-0B4D-718B-C42297F774A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Zeichne dein Wunschhaus als Vektorgrafik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18A28161-B368-F431-FA48-2A3F1B967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11FE883-F565-5D98-4472-0B9C76BC8D6A}"/>
              </a:ext>
            </a:extLst>
          </p:cNvPr>
          <p:cNvSpPr txBox="1"/>
          <p:nvPr/>
        </p:nvSpPr>
        <p:spPr>
          <a:xfrm>
            <a:off x="891105" y="2378544"/>
            <a:ext cx="9640382" cy="13051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2800" b="1" dirty="0">
                <a:latin typeface="Arial" charset="0"/>
                <a:cs typeface="Times New Roman" pitchFamily="18" charset="0"/>
              </a:rPr>
              <a:t>Zeichne</a:t>
            </a:r>
            <a:r>
              <a:rPr lang="de-DE" sz="2800" dirty="0">
                <a:latin typeface="Arial" charset="0"/>
                <a:cs typeface="Times New Roman" pitchFamily="18" charset="0"/>
              </a:rPr>
              <a:t> dein Wunschhaus in LibreOffice Draw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2800" b="1" dirty="0">
                <a:latin typeface="Arial" charset="0"/>
                <a:cs typeface="Times New Roman" pitchFamily="18" charset="0"/>
              </a:rPr>
              <a:t>Speichere</a:t>
            </a:r>
            <a:r>
              <a:rPr lang="de-DE" sz="2800" dirty="0">
                <a:latin typeface="Arial" charset="0"/>
                <a:cs typeface="Times New Roman" pitchFamily="18" charset="0"/>
              </a:rPr>
              <a:t> das fertige Bild unter dem Namen Haus</a:t>
            </a:r>
          </a:p>
        </p:txBody>
      </p:sp>
    </p:spTree>
    <p:extLst>
      <p:ext uri="{BB962C8B-B14F-4D97-AF65-F5344CB8AC3E}">
        <p14:creationId xmlns:p14="http://schemas.microsoft.com/office/powerpoint/2010/main" val="70080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Breitbild</PresentationFormat>
  <Paragraphs>8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Arial</vt:lpstr>
      <vt:lpstr>Times New Roman</vt:lpstr>
      <vt:lpstr>Standarddesign</vt:lpstr>
      <vt:lpstr>Ein neues Programm</vt:lpstr>
      <vt:lpstr>Jeder Ring hat Eigenschaften</vt:lpstr>
      <vt:lpstr>FWU-Video + AB3</vt:lpstr>
      <vt:lpstr>Zeichne dein Wunschhaus als Vektorgrafik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237</cp:revision>
  <dcterms:created xsi:type="dcterms:W3CDTF">2024-12-17T13:39:15Z</dcterms:created>
  <dcterms:modified xsi:type="dcterms:W3CDTF">2026-06-14T20:47:32Z</dcterms:modified>
</cp:coreProperties>
</file>