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404" r:id="rId2"/>
    <p:sldId id="409" r:id="rId3"/>
    <p:sldId id="410" r:id="rId4"/>
    <p:sldId id="411" r:id="rId5"/>
    <p:sldId id="408" r:id="rId6"/>
    <p:sldId id="406" r:id="rId7"/>
    <p:sldId id="40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7" d="100"/>
          <a:sy n="77" d="100"/>
        </p:scale>
        <p:origin x="912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16.02.2025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0C1359-CF99-F98B-2B62-0382A71275DF}"/>
              </a:ext>
            </a:extLst>
          </p:cNvPr>
          <p:cNvSpPr txBox="1"/>
          <p:nvPr/>
        </p:nvSpPr>
        <p:spPr>
          <a:xfrm>
            <a:off x="1013951" y="1720840"/>
            <a:ext cx="10164097" cy="341632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5400" b="1" dirty="0"/>
              <a:t>Erster Gedanke, wenn ich an „Informatik“ denke</a:t>
            </a:r>
          </a:p>
          <a:p>
            <a:pPr algn="ctr"/>
            <a:endParaRPr lang="de-DE" sz="5400" b="1" dirty="0"/>
          </a:p>
          <a:p>
            <a:pPr algn="ctr"/>
            <a:r>
              <a:rPr lang="de-DE" sz="5400" b="1" dirty="0"/>
              <a:t>Gedanken aufschreiben!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5B3F5-5ABF-7EF2-96B7-CB6CC427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A3FADA24-B0A3-3DF8-5697-4F12E0415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C9D68BF-8D23-1A42-FC7D-407C07B7EED4}"/>
              </a:ext>
            </a:extLst>
          </p:cNvPr>
          <p:cNvCxnSpPr/>
          <p:nvPr/>
        </p:nvCxnSpPr>
        <p:spPr>
          <a:xfrm>
            <a:off x="1607574" y="4502426"/>
            <a:ext cx="897685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Grafik 5" descr="Mann mit einfarbiger Füllung">
            <a:extLst>
              <a:ext uri="{FF2B5EF4-FFF2-40B4-BE49-F238E27FC236}">
                <a16:creationId xmlns:a16="http://schemas.microsoft.com/office/drawing/2014/main" id="{E4083BB2-B967-3F54-EE6C-761A8DC4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9787" y="3262417"/>
            <a:ext cx="1123656" cy="1123656"/>
          </a:xfrm>
          <a:prstGeom prst="rect">
            <a:avLst/>
          </a:prstGeom>
        </p:spPr>
      </p:pic>
      <p:pic>
        <p:nvPicPr>
          <p:cNvPr id="7" name="Grafik 6" descr="Mann mit einfarbiger Füllung">
            <a:extLst>
              <a:ext uri="{FF2B5EF4-FFF2-40B4-BE49-F238E27FC236}">
                <a16:creationId xmlns:a16="http://schemas.microsoft.com/office/drawing/2014/main" id="{A8E7FCD5-E387-335D-53CE-8E413615D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61" y="3262417"/>
            <a:ext cx="1123656" cy="11236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6D4C415-D8CF-061C-BD60-AA818D4FED2D}"/>
              </a:ext>
            </a:extLst>
          </p:cNvPr>
          <p:cNvSpPr txBox="1"/>
          <p:nvPr/>
        </p:nvSpPr>
        <p:spPr>
          <a:xfrm>
            <a:off x="9999406" y="3814916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Pult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93C0B8-E7D2-8F9F-CE91-1711E9229DC3}"/>
              </a:ext>
            </a:extLst>
          </p:cNvPr>
          <p:cNvSpPr txBox="1"/>
          <p:nvPr/>
        </p:nvSpPr>
        <p:spPr>
          <a:xfrm>
            <a:off x="1151359" y="3814915"/>
            <a:ext cx="1232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Wand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E584E86-F6BF-F8F8-2487-A5E919D30745}"/>
              </a:ext>
            </a:extLst>
          </p:cNvPr>
          <p:cNvSpPr txBox="1"/>
          <p:nvPr/>
        </p:nvSpPr>
        <p:spPr>
          <a:xfrm>
            <a:off x="2555708" y="1172176"/>
            <a:ext cx="73007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Wie lange brauche ich zur Schule?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BF40D0D-FECD-593C-3C1D-C3AEE3DBD661}"/>
              </a:ext>
            </a:extLst>
          </p:cNvPr>
          <p:cNvSpPr txBox="1"/>
          <p:nvPr/>
        </p:nvSpPr>
        <p:spPr>
          <a:xfrm>
            <a:off x="1151359" y="2401393"/>
            <a:ext cx="3517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Längster Schulweg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1BAB2D8-A887-BA1D-F0AE-1A8F63E173F1}"/>
              </a:ext>
            </a:extLst>
          </p:cNvPr>
          <p:cNvSpPr txBox="1"/>
          <p:nvPr/>
        </p:nvSpPr>
        <p:spPr>
          <a:xfrm>
            <a:off x="6849794" y="2401393"/>
            <a:ext cx="3700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Kürzester Schulweg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225157C-D961-CBC3-8B7E-D46B560B4426}"/>
              </a:ext>
            </a:extLst>
          </p:cNvPr>
          <p:cNvSpPr txBox="1"/>
          <p:nvPr/>
        </p:nvSpPr>
        <p:spPr>
          <a:xfrm>
            <a:off x="5299249" y="380129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1297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75733-0428-06C7-72B1-2D88CA6F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CB3D1659-2A59-ABDE-E5E6-F712A18F0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0250375-D7F5-F369-450E-2D9816E05E92}"/>
              </a:ext>
            </a:extLst>
          </p:cNvPr>
          <p:cNvCxnSpPr/>
          <p:nvPr/>
        </p:nvCxnSpPr>
        <p:spPr>
          <a:xfrm>
            <a:off x="1607574" y="4502426"/>
            <a:ext cx="897685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Grafik 5" descr="Mann mit einfarbiger Füllung">
            <a:extLst>
              <a:ext uri="{FF2B5EF4-FFF2-40B4-BE49-F238E27FC236}">
                <a16:creationId xmlns:a16="http://schemas.microsoft.com/office/drawing/2014/main" id="{2C5AE16A-0B92-75DB-07F6-0FB98EB87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9787" y="3262417"/>
            <a:ext cx="1123656" cy="1123656"/>
          </a:xfrm>
          <a:prstGeom prst="rect">
            <a:avLst/>
          </a:prstGeom>
        </p:spPr>
      </p:pic>
      <p:pic>
        <p:nvPicPr>
          <p:cNvPr id="7" name="Grafik 6" descr="Mann mit einfarbiger Füllung">
            <a:extLst>
              <a:ext uri="{FF2B5EF4-FFF2-40B4-BE49-F238E27FC236}">
                <a16:creationId xmlns:a16="http://schemas.microsoft.com/office/drawing/2014/main" id="{1346A4A1-A3B3-91EF-580B-947B5CE44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61" y="3262417"/>
            <a:ext cx="1123656" cy="11236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2547599-05BF-E42B-83D3-BA254A2835B6}"/>
              </a:ext>
            </a:extLst>
          </p:cNvPr>
          <p:cNvSpPr txBox="1"/>
          <p:nvPr/>
        </p:nvSpPr>
        <p:spPr>
          <a:xfrm>
            <a:off x="9999406" y="3814916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Pult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A1761A4-39FA-79C0-5DEE-DF2D6F202533}"/>
              </a:ext>
            </a:extLst>
          </p:cNvPr>
          <p:cNvSpPr txBox="1"/>
          <p:nvPr/>
        </p:nvSpPr>
        <p:spPr>
          <a:xfrm>
            <a:off x="1151359" y="3814915"/>
            <a:ext cx="1232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Wand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32E3E36-1ACE-04C6-A5BC-7BB13B285018}"/>
              </a:ext>
            </a:extLst>
          </p:cNvPr>
          <p:cNvSpPr txBox="1"/>
          <p:nvPr/>
        </p:nvSpPr>
        <p:spPr>
          <a:xfrm>
            <a:off x="2555708" y="1172176"/>
            <a:ext cx="81304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An welchem Tag habe ich Geburtstag?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2DBB41B-6580-966C-FA6D-4B1B4A889B75}"/>
              </a:ext>
            </a:extLst>
          </p:cNvPr>
          <p:cNvSpPr txBox="1"/>
          <p:nvPr/>
        </p:nvSpPr>
        <p:spPr>
          <a:xfrm>
            <a:off x="1151359" y="2401393"/>
            <a:ext cx="2714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Fast am 01.01.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5D0E31-CEFC-8A7D-67C0-FEB358992AAB}"/>
              </a:ext>
            </a:extLst>
          </p:cNvPr>
          <p:cNvSpPr txBox="1"/>
          <p:nvPr/>
        </p:nvSpPr>
        <p:spPr>
          <a:xfrm>
            <a:off x="7511486" y="2401392"/>
            <a:ext cx="2714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Fast am 31.12.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03EA5B7-586D-1B98-1AB8-F4C3B17A05CE}"/>
              </a:ext>
            </a:extLst>
          </p:cNvPr>
          <p:cNvSpPr txBox="1"/>
          <p:nvPr/>
        </p:nvSpPr>
        <p:spPr>
          <a:xfrm>
            <a:off x="5299249" y="380129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8214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D1C0-99D3-9FDA-39BC-665179E8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1F031FC3-3344-A3D6-E4C5-545F34547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A38159A-AFDA-B547-6122-6A52DD83FBC5}"/>
              </a:ext>
            </a:extLst>
          </p:cNvPr>
          <p:cNvCxnSpPr/>
          <p:nvPr/>
        </p:nvCxnSpPr>
        <p:spPr>
          <a:xfrm>
            <a:off x="1607574" y="4502426"/>
            <a:ext cx="897685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Grafik 5" descr="Mann mit einfarbiger Füllung">
            <a:extLst>
              <a:ext uri="{FF2B5EF4-FFF2-40B4-BE49-F238E27FC236}">
                <a16:creationId xmlns:a16="http://schemas.microsoft.com/office/drawing/2014/main" id="{AFF0931F-44A0-248E-394C-FBEC3D893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9787" y="3262417"/>
            <a:ext cx="1123656" cy="1123656"/>
          </a:xfrm>
          <a:prstGeom prst="rect">
            <a:avLst/>
          </a:prstGeom>
        </p:spPr>
      </p:pic>
      <p:pic>
        <p:nvPicPr>
          <p:cNvPr id="7" name="Grafik 6" descr="Mann mit einfarbiger Füllung">
            <a:extLst>
              <a:ext uri="{FF2B5EF4-FFF2-40B4-BE49-F238E27FC236}">
                <a16:creationId xmlns:a16="http://schemas.microsoft.com/office/drawing/2014/main" id="{5AD64FD0-BC0E-8B8F-6586-7FAD8BAFB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61" y="3262417"/>
            <a:ext cx="1123656" cy="11236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CCE785F-596C-6F26-9CDF-2F5871E4DBC8}"/>
              </a:ext>
            </a:extLst>
          </p:cNvPr>
          <p:cNvSpPr txBox="1"/>
          <p:nvPr/>
        </p:nvSpPr>
        <p:spPr>
          <a:xfrm>
            <a:off x="9999406" y="3814916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Pult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ED25018-55FD-8665-7152-7362F070E85F}"/>
              </a:ext>
            </a:extLst>
          </p:cNvPr>
          <p:cNvSpPr txBox="1"/>
          <p:nvPr/>
        </p:nvSpPr>
        <p:spPr>
          <a:xfrm>
            <a:off x="1151359" y="3814915"/>
            <a:ext cx="1232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Wand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2BFDA36-9C74-A058-7861-501FF868BB93}"/>
              </a:ext>
            </a:extLst>
          </p:cNvPr>
          <p:cNvSpPr txBox="1"/>
          <p:nvPr/>
        </p:nvSpPr>
        <p:spPr>
          <a:xfrm>
            <a:off x="2555708" y="1172176"/>
            <a:ext cx="61734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Interessiert mich Informatik?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0BCFF2D-6CC2-2EB5-AE2A-4EB6944E4D0B}"/>
              </a:ext>
            </a:extLst>
          </p:cNvPr>
          <p:cNvSpPr txBox="1"/>
          <p:nvPr/>
        </p:nvSpPr>
        <p:spPr>
          <a:xfrm>
            <a:off x="1151359" y="2401393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Nicht wirklich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8DAC88A-E808-3FBB-69FC-5300ACE2B4B9}"/>
              </a:ext>
            </a:extLst>
          </p:cNvPr>
          <p:cNvSpPr txBox="1"/>
          <p:nvPr/>
        </p:nvSpPr>
        <p:spPr>
          <a:xfrm>
            <a:off x="6487756" y="2422981"/>
            <a:ext cx="5056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Ich denke ziemlich sicher ja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8D7B872-5A02-6F77-95D1-8761BBBAFBF9}"/>
              </a:ext>
            </a:extLst>
          </p:cNvPr>
          <p:cNvSpPr txBox="1"/>
          <p:nvPr/>
        </p:nvSpPr>
        <p:spPr>
          <a:xfrm>
            <a:off x="5299249" y="380129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001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Regeln im Computerraum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00B6337-9DB8-3FFC-C1E3-131E15BA1156}"/>
              </a:ext>
            </a:extLst>
          </p:cNvPr>
          <p:cNvSpPr txBox="1"/>
          <p:nvPr/>
        </p:nvSpPr>
        <p:spPr>
          <a:xfrm>
            <a:off x="702023" y="2086897"/>
            <a:ext cx="10164097" cy="31085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Der Arbeitsauftrag wird befolgt (meist steht der vorne an der Tafel/am </a:t>
            </a:r>
            <a:r>
              <a:rPr lang="de-DE" sz="2800" b="1" dirty="0" err="1"/>
              <a:t>Beamer</a:t>
            </a:r>
            <a:r>
              <a:rPr lang="de-DE" sz="28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Es werden keine anderen Programme/Apps angeklickt, die nicht benötigt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Nicht beim Banknachbar/bei der Banknachbarin tippen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60F8A1E-7D64-8D72-FD9A-5621B6EF5239}"/>
              </a:ext>
            </a:extLst>
          </p:cNvPr>
          <p:cNvSpPr txBox="1"/>
          <p:nvPr/>
        </p:nvSpPr>
        <p:spPr>
          <a:xfrm>
            <a:off x="10866120" y="1851645"/>
            <a:ext cx="103425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9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78855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3A65C-6FDF-2EB3-AE15-9ACC5675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37AA1BB-0614-42B8-0657-37E78AB64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62E630C-976F-3136-27C4-B994B0621D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Ein neues Programm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B8792E4A-97E0-73E4-9004-54093B73D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 descr="Ein Bild, das Clipart, Kinderkunst, Grafiken, Kreativität enthält.&#10;&#10;Automatisch generierte Beschreibung">
            <a:extLst>
              <a:ext uri="{FF2B5EF4-FFF2-40B4-BE49-F238E27FC236}">
                <a16:creationId xmlns:a16="http://schemas.microsoft.com/office/drawing/2014/main" id="{82485383-2F99-FFB1-58DA-AD43CDAF9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0" y="1774835"/>
            <a:ext cx="4953000" cy="4953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A0AEB2D-6FFF-9015-1B7D-1AA558CF504A}"/>
              </a:ext>
            </a:extLst>
          </p:cNvPr>
          <p:cNvSpPr txBox="1"/>
          <p:nvPr/>
        </p:nvSpPr>
        <p:spPr>
          <a:xfrm>
            <a:off x="292947" y="1061499"/>
            <a:ext cx="59131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dirty="0"/>
              <a:t>Was </a:t>
            </a:r>
            <a:r>
              <a:rPr lang="de-DE" sz="4400" b="1" dirty="0"/>
              <a:t>ist</a:t>
            </a:r>
            <a:r>
              <a:rPr lang="de-DE" sz="4400" dirty="0"/>
              <a:t> das Programm Paint?</a:t>
            </a:r>
          </a:p>
          <a:p>
            <a:pPr algn="ctr"/>
            <a:r>
              <a:rPr lang="de-DE" sz="4400" dirty="0"/>
              <a:t>Und was </a:t>
            </a:r>
            <a:r>
              <a:rPr lang="de-DE" sz="4400" b="1" dirty="0"/>
              <a:t>kann</a:t>
            </a:r>
            <a:r>
              <a:rPr lang="de-DE" sz="4400" dirty="0"/>
              <a:t> es?</a:t>
            </a:r>
          </a:p>
        </p:txBody>
      </p:sp>
    </p:spTree>
    <p:extLst>
      <p:ext uri="{BB962C8B-B14F-4D97-AF65-F5344CB8AC3E}">
        <p14:creationId xmlns:p14="http://schemas.microsoft.com/office/powerpoint/2010/main" val="79458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9F02-0A1F-D023-8303-6D87DBE6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59D48E4-B05C-27E6-D4A2-348738632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BB419B7-B3C9-DE80-321D-CBBF6E7214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Ein neues Programm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B541D1D-362E-47D1-1BCD-34BC3E95B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 descr="Ein Bild, das Clipart, Kinderkunst, Grafiken, Kreativität enthält.&#10;&#10;Automatisch generierte Beschreibung">
            <a:extLst>
              <a:ext uri="{FF2B5EF4-FFF2-40B4-BE49-F238E27FC236}">
                <a16:creationId xmlns:a16="http://schemas.microsoft.com/office/drawing/2014/main" id="{2A2E5FCA-CA38-B023-0846-4452BF678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195" y="834926"/>
            <a:ext cx="2123658" cy="2123658"/>
          </a:xfrm>
          <a:prstGeom prst="rect">
            <a:avLst/>
          </a:prstGeom>
        </p:spPr>
      </p:pic>
      <p:sp>
        <p:nvSpPr>
          <p:cNvPr id="2" name="AutoShape 6">
            <a:extLst>
              <a:ext uri="{FF2B5EF4-FFF2-40B4-BE49-F238E27FC236}">
                <a16:creationId xmlns:a16="http://schemas.microsoft.com/office/drawing/2014/main" id="{F7719FC2-DE5C-F091-B4E9-57C4B79D1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236" y="1005841"/>
            <a:ext cx="7853443" cy="1203960"/>
          </a:xfrm>
          <a:prstGeom prst="wedgeRoundRectCallout">
            <a:avLst>
              <a:gd name="adj1" fmla="val -36512"/>
              <a:gd name="adj2" fmla="val 85302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52" tIns="92829" rIns="108852" bIns="54427" anchor="ctr"/>
          <a:lstStyle>
            <a:lvl1pPr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sz="2000" dirty="0">
                <a:latin typeface="Arial" charset="0"/>
                <a:cs typeface="Times New Roman" pitchFamily="18" charset="0"/>
              </a:rPr>
              <a:t>„Ein Grundriss des Informatikraums soll mit Hilfe eines</a:t>
            </a: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sz="2000" dirty="0">
                <a:latin typeface="Arial" charset="0"/>
                <a:cs typeface="Times New Roman" pitchFamily="18" charset="0"/>
              </a:rPr>
              <a:t>Malprogramms gezeichnet werden.“</a:t>
            </a:r>
            <a:endParaRPr lang="de-DE" altLang="de-DE" sz="20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816B62-4F6A-26E3-15F8-5AC625901989}"/>
              </a:ext>
            </a:extLst>
          </p:cNvPr>
          <p:cNvSpPr txBox="1"/>
          <p:nvPr/>
        </p:nvSpPr>
        <p:spPr>
          <a:xfrm>
            <a:off x="5453264" y="2255523"/>
            <a:ext cx="150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Chef des ASG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13A5E1D-61EA-692F-DD40-07005AEC1578}"/>
              </a:ext>
            </a:extLst>
          </p:cNvPr>
          <p:cNvSpPr txBox="1"/>
          <p:nvPr/>
        </p:nvSpPr>
        <p:spPr>
          <a:xfrm>
            <a:off x="799018" y="4044692"/>
            <a:ext cx="9640382" cy="21185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Zeichne</a:t>
            </a:r>
            <a:r>
              <a:rPr lang="de-DE" sz="1800" dirty="0">
                <a:latin typeface="Arial" charset="0"/>
                <a:cs typeface="Times New Roman" pitchFamily="18" charset="0"/>
              </a:rPr>
              <a:t> den 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Grundriss</a:t>
            </a:r>
            <a:r>
              <a:rPr lang="de-DE" sz="1800" dirty="0">
                <a:latin typeface="Arial" charset="0"/>
                <a:cs typeface="Times New Roman" pitchFamily="18" charset="0"/>
              </a:rPr>
              <a:t> 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des Klassenzimmers </a:t>
            </a:r>
            <a:r>
              <a:rPr lang="de-DE" sz="1800" dirty="0">
                <a:latin typeface="Arial" charset="0"/>
                <a:cs typeface="Times New Roman" pitchFamily="18" charset="0"/>
              </a:rPr>
              <a:t>mit Hilfe von Rechtecken und Linien nach.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Markiere deinen Sitzplatz </a:t>
            </a:r>
            <a:r>
              <a:rPr lang="de-DE" sz="1800" dirty="0">
                <a:latin typeface="Arial" charset="0"/>
                <a:cs typeface="Times New Roman" pitchFamily="18" charset="0"/>
              </a:rPr>
              <a:t>und den deines Nachbarn mithilfe zweier roten Kreise.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dirty="0">
                <a:latin typeface="Arial" charset="0"/>
                <a:cs typeface="Times New Roman" pitchFamily="18" charset="0"/>
              </a:rPr>
              <a:t>Fülle die 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Tafel Grün</a:t>
            </a:r>
            <a:r>
              <a:rPr lang="de-DE" sz="1800" dirty="0">
                <a:latin typeface="Arial" charset="0"/>
                <a:cs typeface="Times New Roman" pitchFamily="18" charset="0"/>
              </a:rPr>
              <a:t>, den 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Boden Grau </a:t>
            </a:r>
            <a:r>
              <a:rPr lang="de-DE" sz="1800" dirty="0">
                <a:latin typeface="Arial" charset="0"/>
                <a:cs typeface="Times New Roman" pitchFamily="18" charset="0"/>
              </a:rPr>
              <a:t>und die 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Türen braun</a:t>
            </a:r>
            <a:r>
              <a:rPr lang="de-DE" sz="1800" dirty="0">
                <a:latin typeface="Arial" charset="0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1800" dirty="0">
                <a:latin typeface="Arial" charset="0"/>
                <a:cs typeface="Times New Roman" pitchFamily="18" charset="0"/>
              </a:rPr>
              <a:t> das fertige Bild im Laufwerk „Homes:“ (Z:) unter dem Namen Grundriss.bmp</a:t>
            </a:r>
          </a:p>
        </p:txBody>
      </p:sp>
    </p:spTree>
    <p:extLst>
      <p:ext uri="{BB962C8B-B14F-4D97-AF65-F5344CB8AC3E}">
        <p14:creationId xmlns:p14="http://schemas.microsoft.com/office/powerpoint/2010/main" val="188335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Breitbild</PresentationFormat>
  <Paragraphs>39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Times New Roman</vt:lpstr>
      <vt:lpstr>Standarddesign</vt:lpstr>
      <vt:lpstr>PowerPoint-Präsentation</vt:lpstr>
      <vt:lpstr>PowerPoint-Präsentation</vt:lpstr>
      <vt:lpstr>PowerPoint-Präsentation</vt:lpstr>
      <vt:lpstr>PowerPoint-Präsentation</vt:lpstr>
      <vt:lpstr>Regeln im Computerraum</vt:lpstr>
      <vt:lpstr>Ein neues Programm</vt:lpstr>
      <vt:lpstr>Ein neues Programm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214</cp:revision>
  <dcterms:created xsi:type="dcterms:W3CDTF">2024-12-17T13:39:15Z</dcterms:created>
  <dcterms:modified xsi:type="dcterms:W3CDTF">2025-02-15T23:07:57Z</dcterms:modified>
</cp:coreProperties>
</file>