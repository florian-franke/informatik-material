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416" r:id="rId2"/>
    <p:sldId id="43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7" d="100"/>
          <a:sy n="77" d="100"/>
        </p:scale>
        <p:origin x="91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1EA2-0065-5B09-6442-B917CF2C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E71D892-7C0C-10A6-E08A-A5E381D52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B335E9D-88FB-9641-C4AF-CD2BF7558A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BD7FDFED-DD31-8323-9CEA-C19B3D403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AE421FD-85C2-F3F7-1D1F-E2D66375E1EA}"/>
              </a:ext>
            </a:extLst>
          </p:cNvPr>
          <p:cNvSpPr txBox="1"/>
          <p:nvPr/>
        </p:nvSpPr>
        <p:spPr>
          <a:xfrm>
            <a:off x="249936" y="871831"/>
            <a:ext cx="110906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Beschreibe, wie ich Texte auf dem Computer verfassen kann.</a:t>
            </a:r>
          </a:p>
          <a:p>
            <a:endParaRPr lang="de-DE" sz="3600" dirty="0"/>
          </a:p>
          <a:p>
            <a:r>
              <a:rPr lang="de-DE" sz="3600" dirty="0"/>
              <a:t>Nenne den Namen der beiden Programme.</a:t>
            </a:r>
          </a:p>
        </p:txBody>
      </p:sp>
      <p:pic>
        <p:nvPicPr>
          <p:cNvPr id="4" name="Picture 2" descr="LibreOffice Writer – Wikipedia">
            <a:extLst>
              <a:ext uri="{FF2B5EF4-FFF2-40B4-BE49-F238E27FC236}">
                <a16:creationId xmlns:a16="http://schemas.microsoft.com/office/drawing/2014/main" id="{AD6ADA78-ED56-CE5D-CFF8-2E01F4C8C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295" y="2370950"/>
            <a:ext cx="2461591" cy="246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Microsoft Word – Wikipedia">
            <a:extLst>
              <a:ext uri="{FF2B5EF4-FFF2-40B4-BE49-F238E27FC236}">
                <a16:creationId xmlns:a16="http://schemas.microsoft.com/office/drawing/2014/main" id="{0BE8C992-FA53-EB38-627E-FB166E288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684" y="3442386"/>
            <a:ext cx="2053611" cy="211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68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4324-F0FA-D65E-5F24-C435A938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610D200-687C-FE51-E205-7641C11D5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02BD0B1-A28C-AFFE-B4C1-53F2D7B7EA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AA9E3887-970E-79E0-EA2D-F8914C1A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547297E-ED04-AEEB-69F2-A3374ADFEC06}"/>
              </a:ext>
            </a:extLst>
          </p:cNvPr>
          <p:cNvSpPr txBox="1"/>
          <p:nvPr/>
        </p:nvSpPr>
        <p:spPr>
          <a:xfrm>
            <a:off x="249936" y="871831"/>
            <a:ext cx="11090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Ein Rezept, verschiedene Formen.</a:t>
            </a:r>
          </a:p>
          <a:p>
            <a:r>
              <a:rPr lang="de-DE" sz="3600" dirty="0"/>
              <a:t>Beschreibe den Unterschied zwischen den Texten.</a:t>
            </a:r>
          </a:p>
        </p:txBody>
      </p:sp>
      <p:pic>
        <p:nvPicPr>
          <p:cNvPr id="5" name="Grafik 4" descr="Ein Bild, das Text, Screenshot, Dokument, Schrift enthält.&#10;&#10;KI-generierte Inhalte können fehlerhaft sein.">
            <a:extLst>
              <a:ext uri="{FF2B5EF4-FFF2-40B4-BE49-F238E27FC236}">
                <a16:creationId xmlns:a16="http://schemas.microsoft.com/office/drawing/2014/main" id="{C30C531F-14D5-83A8-4839-B5671F75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33" y="2385201"/>
            <a:ext cx="4353755" cy="3720237"/>
          </a:xfrm>
          <a:prstGeom prst="rect">
            <a:avLst/>
          </a:prstGeom>
        </p:spPr>
      </p:pic>
      <p:pic>
        <p:nvPicPr>
          <p:cNvPr id="8" name="Grafik 7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F98B2A87-6B88-32DD-0EFC-2B37BA04D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895" y="2385201"/>
            <a:ext cx="4388502" cy="37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6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Breitbild</PresentationFormat>
  <Paragraphs>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Arial</vt:lpstr>
      <vt:lpstr>Times New Roman</vt:lpstr>
      <vt:lpstr>Standarddesign</vt:lpstr>
      <vt:lpstr>Wiederholung</vt:lpstr>
      <vt:lpstr>Wiederholung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267</cp:revision>
  <dcterms:created xsi:type="dcterms:W3CDTF">2024-12-17T13:39:15Z</dcterms:created>
  <dcterms:modified xsi:type="dcterms:W3CDTF">2026-02-28T16:52:00Z</dcterms:modified>
</cp:coreProperties>
</file>