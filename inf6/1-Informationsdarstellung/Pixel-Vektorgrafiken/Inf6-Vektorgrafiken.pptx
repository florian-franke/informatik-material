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411" r:id="rId2"/>
    <p:sldId id="417" r:id="rId3"/>
    <p:sldId id="412" r:id="rId4"/>
    <p:sldId id="413" r:id="rId5"/>
    <p:sldId id="414" r:id="rId6"/>
    <p:sldId id="415" r:id="rId7"/>
    <p:sldId id="407" r:id="rId8"/>
    <p:sldId id="419" r:id="rId9"/>
    <p:sldId id="416" r:id="rId10"/>
    <p:sldId id="418" r:id="rId11"/>
    <p:sldId id="421" r:id="rId12"/>
    <p:sldId id="422" r:id="rId13"/>
    <p:sldId id="420" r:id="rId14"/>
    <p:sldId id="408" r:id="rId15"/>
    <p:sldId id="409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7" d="100"/>
          <a:sy n="77" d="100"/>
        </p:scale>
        <p:origin x="91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23.03.2025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A969-F2D9-3325-3ABA-A489CE7B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855E33F-FBE6-3FBB-51B5-45FB52030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3E28BE7-51AC-6D25-B66C-885DA659D7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Sitzplan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7256E43-4171-AE1C-B3FB-CEAE35B46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00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15E7C-4A13-9AE0-3EA6-A1168040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E479520-A94D-D22E-A584-9313432FB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49EF321-3DE5-2301-74AB-1F7C42C49B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1230D10-D869-ADEE-B91E-45698B31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FD01704-17D4-3B43-4B75-46D32AD6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987304"/>
            <a:ext cx="4883392" cy="488339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1304E3C-2B29-12C3-3A19-5D55F1766DE5}"/>
              </a:ext>
            </a:extLst>
          </p:cNvPr>
          <p:cNvSpPr txBox="1"/>
          <p:nvPr/>
        </p:nvSpPr>
        <p:spPr>
          <a:xfrm>
            <a:off x="6096000" y="987304"/>
            <a:ext cx="56171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Ein mit einem 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Malprogramm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(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Paint-Programm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) erstelltes Bild nennt man 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_________________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 Es ist aus den einzelnen ___________ zusammengesetzt. Diese sind _________________ angeordnet. Jeder einzelne Bildpunkt hat eine 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____________ Position 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und drückt einen bestimmten _____________ aus.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333259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3BEE-02B8-BA92-C091-0D4E726F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D917600-0AD0-CE9D-BDED-6E7B59B4A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870E152-CE11-D4A7-CC96-6B876FBF82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F253ADB-F650-AC7D-7012-E59CE1685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99DDA5E-2A94-3497-44E7-8C405529D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987304"/>
            <a:ext cx="4883392" cy="488339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8AEFFE2-AD97-0428-BEA4-8562038B5B81}"/>
              </a:ext>
            </a:extLst>
          </p:cNvPr>
          <p:cNvSpPr txBox="1"/>
          <p:nvPr/>
        </p:nvSpPr>
        <p:spPr>
          <a:xfrm>
            <a:off x="6206066" y="987304"/>
            <a:ext cx="56171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Ein mit einem 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Malprogramm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(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Paint-Programm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) erstelltes Bild nennt man 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Pixelgrafik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.</a:t>
            </a:r>
          </a:p>
          <a:p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Es ist aus den einzelnen Bildpunkten zusammengesetzt. Diese sind rasterförmig angeordnet. Jeder einzelne Bildpunkt hat eine </a:t>
            </a:r>
            <a:r>
              <a:rPr lang="de-DE" sz="2800" b="1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feste Position </a:t>
            </a:r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und drückt einen</a:t>
            </a:r>
          </a:p>
          <a:p>
            <a:r>
              <a:rPr lang="de-DE" sz="2800" kern="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bestimmten Farbwert aus.</a:t>
            </a:r>
            <a:endParaRPr lang="de-DE" sz="4000" dirty="0"/>
          </a:p>
        </p:txBody>
      </p:sp>
    </p:spTree>
    <p:extLst>
      <p:ext uri="{BB962C8B-B14F-4D97-AF65-F5344CB8AC3E}">
        <p14:creationId xmlns:p14="http://schemas.microsoft.com/office/powerpoint/2010/main" val="400315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EF83-BB3D-D2B3-A13F-8C2DA5DE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733F956-622F-3F9D-C01B-AC46C378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1B4B23B-820A-2435-B3D8-FC11E10523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1D15D5B-8CED-0510-FB72-670ADE9E2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97575B5-D25F-1F3D-1D8E-BDAB4BC46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987304"/>
            <a:ext cx="4883392" cy="488339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8C94984-86B1-B06B-68AA-A2A44DF241F8}"/>
              </a:ext>
            </a:extLst>
          </p:cNvPr>
          <p:cNvSpPr txBox="1"/>
          <p:nvPr/>
        </p:nvSpPr>
        <p:spPr>
          <a:xfrm>
            <a:off x="6206066" y="987304"/>
            <a:ext cx="56171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3 Nachteile:</a:t>
            </a:r>
          </a:p>
          <a:p>
            <a:endParaRPr lang="de-DE" sz="4000" dirty="0"/>
          </a:p>
          <a:p>
            <a:pPr marL="571500" indent="-571500">
              <a:buFontTx/>
              <a:buChar char="-"/>
            </a:pPr>
            <a:r>
              <a:rPr lang="de-DE" sz="4000" dirty="0"/>
              <a:t>Viel Speicherplatz für viele ___________ und gute ______________</a:t>
            </a:r>
          </a:p>
          <a:p>
            <a:pPr marL="571500" indent="-571500">
              <a:buFontTx/>
              <a:buChar char="-"/>
            </a:pPr>
            <a:r>
              <a:rPr lang="de-DE" sz="4000" dirty="0"/>
              <a:t>Beim Zoomen _______ die Bilder an Qualität</a:t>
            </a:r>
          </a:p>
          <a:p>
            <a:pPr marL="571500" indent="-571500">
              <a:buFontTx/>
              <a:buChar char="-"/>
            </a:pPr>
            <a:r>
              <a:rPr lang="de-DE" sz="4000" dirty="0"/>
              <a:t>Nur schwer 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9286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628D-589B-DBB5-E780-42DE2B55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58BFD90-E963-F891-6FC8-7C799EB05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B4A31AB-5FA1-0EC5-7040-52D4B9AA48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38B2515-3C74-4184-2932-87F538750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B71E06-EB0D-932F-42F3-2B0DE9529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987304"/>
            <a:ext cx="4883392" cy="488339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95706CC-C5B5-0BF6-FDD3-282512AEB0E2}"/>
              </a:ext>
            </a:extLst>
          </p:cNvPr>
          <p:cNvSpPr txBox="1"/>
          <p:nvPr/>
        </p:nvSpPr>
        <p:spPr>
          <a:xfrm>
            <a:off x="6206066" y="987304"/>
            <a:ext cx="56171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3 Nachteile:</a:t>
            </a:r>
          </a:p>
          <a:p>
            <a:endParaRPr lang="de-DE" sz="4000" dirty="0"/>
          </a:p>
          <a:p>
            <a:pPr marL="571500" indent="-571500">
              <a:buFontTx/>
              <a:buChar char="-"/>
            </a:pPr>
            <a:r>
              <a:rPr lang="de-DE" sz="4000" dirty="0"/>
              <a:t>Viel Speicherplatz für viele Pixel und gute Qualität</a:t>
            </a:r>
          </a:p>
          <a:p>
            <a:pPr marL="571500" indent="-571500">
              <a:buFontTx/>
              <a:buChar char="-"/>
            </a:pPr>
            <a:r>
              <a:rPr lang="de-DE" sz="4000" dirty="0"/>
              <a:t>Beim Zoomen verlieren die Bilder an Qualität</a:t>
            </a:r>
          </a:p>
          <a:p>
            <a:pPr marL="571500" indent="-571500">
              <a:buFontTx/>
              <a:buChar char="-"/>
            </a:pPr>
            <a:r>
              <a:rPr lang="de-DE" sz="4000" dirty="0"/>
              <a:t>Nur schwer veränderbar</a:t>
            </a:r>
          </a:p>
        </p:txBody>
      </p:sp>
    </p:spTree>
    <p:extLst>
      <p:ext uri="{BB962C8B-B14F-4D97-AF65-F5344CB8AC3E}">
        <p14:creationId xmlns:p14="http://schemas.microsoft.com/office/powerpoint/2010/main" val="216643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FAAB-F3D7-3414-D099-19C7B89B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FCC2FE1-E110-73CA-4A02-AF9A38CC5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83D79D9-A7F0-5F3D-7773-C7405D81D2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Ein neues Programm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831FD65F-3A30-EBCF-54DB-3EC3D8BCE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759E8A-E105-DBB4-181D-D630062E4D7D}"/>
              </a:ext>
            </a:extLst>
          </p:cNvPr>
          <p:cNvSpPr txBox="1"/>
          <p:nvPr/>
        </p:nvSpPr>
        <p:spPr>
          <a:xfrm>
            <a:off x="292947" y="1061499"/>
            <a:ext cx="59131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dirty="0"/>
              <a:t>Was </a:t>
            </a:r>
            <a:r>
              <a:rPr lang="de-DE" sz="4400" b="1" dirty="0"/>
              <a:t>ist</a:t>
            </a:r>
            <a:r>
              <a:rPr lang="de-DE" sz="4400" dirty="0"/>
              <a:t> das Programm LibreOffice Draw?</a:t>
            </a:r>
          </a:p>
          <a:p>
            <a:pPr algn="ctr"/>
            <a:r>
              <a:rPr lang="de-DE" sz="4400" dirty="0"/>
              <a:t>Und was </a:t>
            </a:r>
            <a:r>
              <a:rPr lang="de-DE" sz="4400" b="1" dirty="0"/>
              <a:t>kann</a:t>
            </a:r>
            <a:r>
              <a:rPr lang="de-DE" sz="4400" dirty="0"/>
              <a:t> es?</a:t>
            </a:r>
          </a:p>
        </p:txBody>
      </p:sp>
      <p:pic>
        <p:nvPicPr>
          <p:cNvPr id="4" name="Grafik 3" descr="Ein Bild, das Screensho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B2D1ABAC-8C17-E688-DE1F-4A73C943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91" y="1480931"/>
            <a:ext cx="5138530" cy="51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0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9F02-0A1F-D023-8303-6D87DBE6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59D48E4-B05C-27E6-D4A2-348738632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BB419B7-B3C9-DE80-321D-CBBF6E7214F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Olympische Ringe zeichnen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B541D1D-362E-47D1-1BCD-34BC3E95B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13A5E1D-61EA-692F-DD40-07005AEC1578}"/>
              </a:ext>
            </a:extLst>
          </p:cNvPr>
          <p:cNvSpPr txBox="1"/>
          <p:nvPr/>
        </p:nvSpPr>
        <p:spPr>
          <a:xfrm>
            <a:off x="799018" y="4044692"/>
            <a:ext cx="9640382" cy="12875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Zeichne</a:t>
            </a:r>
            <a:r>
              <a:rPr lang="de-DE" sz="1800" dirty="0">
                <a:latin typeface="Arial" charset="0"/>
                <a:cs typeface="Times New Roman" pitchFamily="18" charset="0"/>
              </a:rPr>
              <a:t> die olympischen Ringe in LibreOffice Draw nach.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dirty="0">
                <a:latin typeface="Arial" charset="0"/>
                <a:cs typeface="Times New Roman" pitchFamily="18" charset="0"/>
              </a:rPr>
              <a:t>Stelle sicher, dass alle Ringe exakt die gleiche Größe und die passende Lage haben.</a:t>
            </a:r>
            <a:endParaRPr lang="de-DE" sz="1800" dirty="0">
              <a:latin typeface="Arial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1800" dirty="0">
                <a:latin typeface="Arial" charset="0"/>
                <a:cs typeface="Times New Roman" pitchFamily="18" charset="0"/>
              </a:rPr>
              <a:t> das fertige Bild unter dem Namen Olympia.png</a:t>
            </a:r>
          </a:p>
        </p:txBody>
      </p:sp>
      <p:pic>
        <p:nvPicPr>
          <p:cNvPr id="6" name="Grafik 5" descr="Ein Bild, das Grafiken, Kreis, Farbigkeit, Schrift enthält.&#10;&#10;KI-generierte Inhalte können fehlerhaft sein.">
            <a:extLst>
              <a:ext uri="{FF2B5EF4-FFF2-40B4-BE49-F238E27FC236}">
                <a16:creationId xmlns:a16="http://schemas.microsoft.com/office/drawing/2014/main" id="{73A6C70C-1C42-D42D-490E-8F81177B1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252" y="976020"/>
            <a:ext cx="5565913" cy="270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FB4E-6DF5-37E2-214E-DFB5F2C5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8EC70FF-175E-A19A-0545-5C796063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9687BD0-8271-C905-9221-08371E0E62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B5E2793-B32D-E168-65C0-895067657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701A0A0-8D9C-8051-E7FF-FF9884F34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54" y="762000"/>
            <a:ext cx="7908092" cy="580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3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1EA2-0065-5B09-6442-B917CF2C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E71D892-7C0C-10A6-E08A-A5E381D5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B335E9D-88FB-9641-C4AF-CD2BF7558A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Jeder Ring hat Eigenschaften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BD7FDFED-DD31-8323-9CEA-C19B3D403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EB7FC1-4B02-9512-A269-F1C6BB84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5" y="762000"/>
            <a:ext cx="10704150" cy="58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80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47FF-E090-F9EA-428A-159D1FB9B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1E674C9-983C-880C-4B98-D7AD80746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BB50D7D-8599-ECB4-4224-C96F58F606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C104CEB-67C8-67BE-F900-2A336BBC4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528493D-8132-1B85-69B9-09068354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87" y="762000"/>
            <a:ext cx="8331601" cy="585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5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52D1-9EC4-454D-B558-599B7FA5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0DAAF82-18F9-4F25-E401-8112BACC2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0D73D43-6214-0A1C-3811-25DF2B8E8C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D3989F6-60B0-5688-06B9-E3B64D4D1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F688DEF-8020-2843-C6B3-61CF38450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83" y="762000"/>
            <a:ext cx="7982233" cy="60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74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A8A9-96AE-06E0-77A3-A99DAC5D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ADA3F3C-A35A-A53B-55BC-7BE9A865B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5804896-4D8E-4861-DA04-2EB7E38DC9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Partnerarbeit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E325471-EDB3-3C29-425B-A8B5BA24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 descr="Mann in einem Polohemd">
            <a:extLst>
              <a:ext uri="{FF2B5EF4-FFF2-40B4-BE49-F238E27FC236}">
                <a16:creationId xmlns:a16="http://schemas.microsoft.com/office/drawing/2014/main" id="{0E8765B2-AADA-7866-F766-D7EA59F85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925" y="1057760"/>
            <a:ext cx="1772603" cy="5562305"/>
          </a:xfrm>
          <a:prstGeom prst="rect">
            <a:avLst/>
          </a:prstGeom>
        </p:spPr>
      </p:pic>
      <p:pic>
        <p:nvPicPr>
          <p:cNvPr id="6" name="Grafik 5" descr="Frau in schwarzem Rock">
            <a:extLst>
              <a:ext uri="{FF2B5EF4-FFF2-40B4-BE49-F238E27FC236}">
                <a16:creationId xmlns:a16="http://schemas.microsoft.com/office/drawing/2014/main" id="{DD2020C9-1073-36D9-1EB2-F74BE3397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735824" y="1097282"/>
            <a:ext cx="2459826" cy="5522783"/>
          </a:xfrm>
          <a:prstGeom prst="rect">
            <a:avLst/>
          </a:prstGeom>
        </p:spPr>
      </p:pic>
      <p:sp>
        <p:nvSpPr>
          <p:cNvPr id="11" name="AutoShape 6">
            <a:extLst>
              <a:ext uri="{FF2B5EF4-FFF2-40B4-BE49-F238E27FC236}">
                <a16:creationId xmlns:a16="http://schemas.microsoft.com/office/drawing/2014/main" id="{B53A4E6C-A17E-02BD-33E6-65C97E182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72" y="762001"/>
            <a:ext cx="3186956" cy="1021080"/>
          </a:xfrm>
          <a:prstGeom prst="wedgeRoundRectCallout">
            <a:avLst>
              <a:gd name="adj1" fmla="val 60611"/>
              <a:gd name="adj2" fmla="val 38015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52" tIns="92829" rIns="108852" bIns="54427" anchor="ctr"/>
          <a:lstStyle>
            <a:lvl1pPr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altLang="de-DE" sz="2000" dirty="0" err="1">
                <a:solidFill>
                  <a:srgbClr val="000000"/>
                </a:solidFill>
                <a:latin typeface="Arial" charset="0"/>
              </a:rPr>
              <a:t>Hose.Farbe</a:t>
            </a:r>
            <a:r>
              <a:rPr lang="de-DE" altLang="de-DE" sz="2000" dirty="0">
                <a:solidFill>
                  <a:srgbClr val="000000"/>
                </a:solidFill>
                <a:latin typeface="Arial" charset="0"/>
              </a:rPr>
              <a:t> = „schwarz“</a:t>
            </a: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endParaRPr lang="de-DE" altLang="de-DE" sz="2000" dirty="0">
              <a:solidFill>
                <a:srgbClr val="000000"/>
              </a:solidFill>
              <a:latin typeface="Arial" charset="0"/>
            </a:endParaRP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altLang="de-DE" sz="2000" dirty="0" err="1">
                <a:solidFill>
                  <a:srgbClr val="000000"/>
                </a:solidFill>
                <a:latin typeface="Arial" charset="0"/>
              </a:rPr>
              <a:t>Schuhe.Grösse</a:t>
            </a:r>
            <a:r>
              <a:rPr lang="de-DE" altLang="de-DE" sz="2000" dirty="0">
                <a:solidFill>
                  <a:srgbClr val="000000"/>
                </a:solidFill>
                <a:latin typeface="Arial" charset="0"/>
              </a:rPr>
              <a:t> = 38</a:t>
            </a:r>
          </a:p>
        </p:txBody>
      </p:sp>
    </p:spTree>
    <p:extLst>
      <p:ext uri="{BB962C8B-B14F-4D97-AF65-F5344CB8AC3E}">
        <p14:creationId xmlns:p14="http://schemas.microsoft.com/office/powerpoint/2010/main" val="268678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17F1-2F35-044C-0C4F-9D4C0072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4F901B2-4874-29A6-5E94-2B7381F4E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E9B2886-8185-0B4D-718B-C42297F774A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Kleidung sind auch Objekte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18A28161-B368-F431-FA48-2A3F1B96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11FE883-F565-5D98-4472-0B9C76BC8D6A}"/>
              </a:ext>
            </a:extLst>
          </p:cNvPr>
          <p:cNvSpPr txBox="1"/>
          <p:nvPr/>
        </p:nvSpPr>
        <p:spPr>
          <a:xfrm>
            <a:off x="891105" y="2378544"/>
            <a:ext cx="9640382" cy="324415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Zeichne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dein Wunschhaus in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dirty="0">
                <a:latin typeface="Arial" charset="0"/>
                <a:cs typeface="Times New Roman" pitchFamily="18" charset="0"/>
              </a:rPr>
              <a:t>Stelle sicher, dass alle Ringe exakt die gleiche Größe und die passende Lage haben.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das fertige Bild unter dem Namen Olympia.png</a:t>
            </a:r>
          </a:p>
        </p:txBody>
      </p:sp>
    </p:spTree>
    <p:extLst>
      <p:ext uri="{BB962C8B-B14F-4D97-AF65-F5344CB8AC3E}">
        <p14:creationId xmlns:p14="http://schemas.microsoft.com/office/powerpoint/2010/main" val="70080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54A5-468B-C5A7-9106-54FD2E15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A1148FB-CB7D-8AC9-EA64-2FEE7BBAC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A5E0D54-E8AC-83DE-B9F0-A2BF6C0F0C6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Zeichne ein Haus als Vektorgrafik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0CD451B-A0B6-8938-1B4B-EB47978B8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F77542-BFBF-9943-9AA4-CEFB7B26253F}"/>
              </a:ext>
            </a:extLst>
          </p:cNvPr>
          <p:cNvSpPr txBox="1"/>
          <p:nvPr/>
        </p:nvSpPr>
        <p:spPr>
          <a:xfrm>
            <a:off x="863673" y="1107528"/>
            <a:ext cx="9640382" cy="324415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Zeichne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dein Wunschhaus in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dirty="0">
                <a:latin typeface="Arial" charset="0"/>
                <a:cs typeface="Times New Roman" pitchFamily="18" charset="0"/>
              </a:rPr>
              <a:t>Stelle sicher, dass alle Ringe exakt die gleiche Größe und die passende Lage haben.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2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2800" dirty="0">
                <a:latin typeface="Arial" charset="0"/>
                <a:cs typeface="Times New Roman" pitchFamily="18" charset="0"/>
              </a:rPr>
              <a:t> das fertige Bild unter dem Namen Olympia.png</a:t>
            </a:r>
          </a:p>
        </p:txBody>
      </p:sp>
    </p:spTree>
    <p:extLst>
      <p:ext uri="{BB962C8B-B14F-4D97-AF65-F5344CB8AC3E}">
        <p14:creationId xmlns:p14="http://schemas.microsoft.com/office/powerpoint/2010/main" val="354519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79B8-AEBA-B3B1-0701-839C16C0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03FCD95-0D85-0AB3-D305-44C581064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6F5B01F-7A37-624A-3615-4E502A9548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Logo für die eigene Firma erstellen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DBE91C9-7DEB-0540-8E34-712F15AA6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E955C14-B53A-C262-8B0B-BC76F39331B3}"/>
              </a:ext>
            </a:extLst>
          </p:cNvPr>
          <p:cNvSpPr txBox="1"/>
          <p:nvPr/>
        </p:nvSpPr>
        <p:spPr>
          <a:xfrm>
            <a:off x="799018" y="4044692"/>
            <a:ext cx="9640382" cy="12875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Überlege </a:t>
            </a:r>
            <a:r>
              <a:rPr lang="de-DE" sz="1800" dirty="0">
                <a:latin typeface="Arial" charset="0"/>
                <a:cs typeface="Times New Roman" pitchFamily="18" charset="0"/>
              </a:rPr>
              <a:t>dir den Bereich deiner Firma.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b="1" dirty="0">
                <a:latin typeface="Arial" charset="0"/>
                <a:cs typeface="Times New Roman" pitchFamily="18" charset="0"/>
              </a:rPr>
              <a:t>Zeichne </a:t>
            </a:r>
            <a:r>
              <a:rPr lang="de-DE" dirty="0">
                <a:latin typeface="Arial" charset="0"/>
                <a:cs typeface="Times New Roman" pitchFamily="18" charset="0"/>
              </a:rPr>
              <a:t>ein innovatives Logo für deine Firma.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de-DE" sz="1800" b="1" dirty="0">
                <a:latin typeface="Arial" charset="0"/>
                <a:cs typeface="Times New Roman" pitchFamily="18" charset="0"/>
              </a:rPr>
              <a:t>Speichere</a:t>
            </a:r>
            <a:r>
              <a:rPr lang="de-DE" sz="1800" dirty="0">
                <a:latin typeface="Arial" charset="0"/>
                <a:cs typeface="Times New Roman" pitchFamily="18" charset="0"/>
              </a:rPr>
              <a:t> das fertige Bild unter dem Namen Logo.png</a:t>
            </a:r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669C8A19-6E3A-A4D2-F35B-4CDEEAB77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236" y="1005840"/>
            <a:ext cx="8329860" cy="1807467"/>
          </a:xfrm>
          <a:prstGeom prst="wedgeRoundRectCallout">
            <a:avLst>
              <a:gd name="adj1" fmla="val -36512"/>
              <a:gd name="adj2" fmla="val 85302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852" tIns="92829" rIns="108852" bIns="54427" anchor="ctr"/>
          <a:lstStyle>
            <a:lvl1pPr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defTabSz="407988" eaLnBrk="0" hangingPunct="0"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defTabSz="407988" eaLnBrk="0" fontAlgn="base" hangingPunct="0">
              <a:spcBef>
                <a:spcPct val="0"/>
              </a:spcBef>
              <a:spcAft>
                <a:spcPct val="0"/>
              </a:spcAft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</a:tabLs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sz="2000" dirty="0">
                <a:latin typeface="Arial" charset="0"/>
                <a:cs typeface="Times New Roman" pitchFamily="18" charset="0"/>
              </a:rPr>
              <a:t>Du bist Chef einer neuen Start-Up-Firma.</a:t>
            </a: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altLang="de-DE" sz="2000" dirty="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Überlege dir, in welchem Bereich deine Firma tätig ist.</a:t>
            </a: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endParaRPr lang="de-DE" altLang="de-DE" sz="2000" dirty="0">
              <a:solidFill>
                <a:srgbClr val="000000"/>
              </a:solidFill>
              <a:latin typeface="Arial" charset="0"/>
              <a:cs typeface="Times New Roman" pitchFamily="18" charset="0"/>
            </a:endParaRP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altLang="de-DE" sz="2000" dirty="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Da die Firma noch klein ist, gibt es keine*n eigene*n Mediendesigner*in</a:t>
            </a:r>
          </a:p>
          <a:p>
            <a:pPr defTabSz="543970" eaLnBrk="1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876278" algn="l"/>
                <a:tab pos="1750440" algn="l"/>
                <a:tab pos="2626718" algn="l"/>
                <a:tab pos="3502996" algn="l"/>
                <a:tab pos="4377157" algn="l"/>
              </a:tabLst>
            </a:pPr>
            <a:r>
              <a:rPr lang="de-DE" altLang="de-DE" sz="2000" dirty="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Erstelle ein neues Logo für deine Firma.</a:t>
            </a:r>
            <a:endParaRPr lang="de-DE" altLang="de-DE" sz="20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8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Breitbild</PresentationFormat>
  <Paragraphs>51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Arial</vt:lpstr>
      <vt:lpstr>Times New Roman</vt:lpstr>
      <vt:lpstr>Standarddesign</vt:lpstr>
      <vt:lpstr>Sitzplan</vt:lpstr>
      <vt:lpstr>Wiederholung</vt:lpstr>
      <vt:lpstr>Wiederholung</vt:lpstr>
      <vt:lpstr>Wiederholung</vt:lpstr>
      <vt:lpstr>Wiederholung</vt:lpstr>
      <vt:lpstr>Ein neues Programm</vt:lpstr>
      <vt:lpstr>Olympische Ringe zeichnen</vt:lpstr>
      <vt:lpstr>AB2</vt:lpstr>
      <vt:lpstr>Jeder Ring hat Eigenschaften</vt:lpstr>
      <vt:lpstr>AB2</vt:lpstr>
      <vt:lpstr>AB2</vt:lpstr>
      <vt:lpstr>Partnerarbeit</vt:lpstr>
      <vt:lpstr>Kleidung sind auch Objekte</vt:lpstr>
      <vt:lpstr>Zeichne ein Haus als Vektorgrafik</vt:lpstr>
      <vt:lpstr>Logo für die eigene Firma erstellen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232</cp:revision>
  <dcterms:created xsi:type="dcterms:W3CDTF">2024-12-17T13:39:15Z</dcterms:created>
  <dcterms:modified xsi:type="dcterms:W3CDTF">2025-03-23T07:31:04Z</dcterms:modified>
</cp:coreProperties>
</file>