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theme/theme1.xml" ContentType="application/vnd.openxmlformats-officedocument.theme+xml"/>
  <Override PartName="/ppt/theme/theme23.xml" ContentType="application/vnd.openxmlformats-officedocument.theme+xml"/>
  <Override PartName="/ppt/theme/theme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9.svg" ContentType="image/svg"/>
  <Override PartName="/ppt/media/image23.svg" ContentType="image/svg"/>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9906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a:r>
              <a:rPr lang="de-DE" sz="4770" b="0" u="none" strike="noStrike">
                <a:solidFill>
                  <a:schemeClr val="dk2"/>
                </a:solidFill>
                <a:effectLst/>
                <a:uFillTx/>
                <a:latin typeface="Times New Roman"/>
              </a:rPr>
              <a:t>Folie mittels Klicken verschieben</a:t>
            </a:r>
            <a:endParaRPr lang="de-DE" sz="4770" b="0" u="none" strike="noStrike">
              <a:solidFill>
                <a:schemeClr val="dk2"/>
              </a:solidFill>
              <a:effectLst/>
              <a:uFillTx/>
              <a:latin typeface="Times New Roman"/>
            </a:endParaRPr>
          </a:p>
        </p:txBody>
      </p:sp>
      <p:sp>
        <p:nvSpPr>
          <p:cNvPr id="11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120"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&lt;Kopfzeile&gt;</a:t>
            </a:r>
            <a:endParaRPr lang="de-DE" sz="1400" b="0" u="none" strike="noStrike">
              <a:solidFill>
                <a:srgbClr val="000000"/>
              </a:solidFill>
              <a:effectLst/>
              <a:uFillTx/>
              <a:latin typeface="Times New Roman"/>
            </a:endParaRPr>
          </a:p>
        </p:txBody>
      </p:sp>
      <p:sp>
        <p:nvSpPr>
          <p:cNvPr id="121" name="PlaceHolder 4"/>
          <p:cNvSpPr>
            <a:spLocks noGrp="1"/>
          </p:cNvSpPr>
          <p:nvPr>
            <p:ph type="dt" idx="67"/>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22" name="PlaceHolder 5"/>
          <p:cNvSpPr>
            <a:spLocks noGrp="1"/>
          </p:cNvSpPr>
          <p:nvPr>
            <p:ph type="ftr" idx="68"/>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23" name="PlaceHolder 6"/>
          <p:cNvSpPr>
            <a:spLocks noGrp="1"/>
          </p:cNvSpPr>
          <p:nvPr>
            <p:ph type="sldNum" idx="69"/>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309AD87D-2B20-45C5-AE9D-8B3043D0D95F}"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1200240" y="1143000"/>
            <a:ext cx="445752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de-DE" sz="2000" b="0" u="none" strike="noStrike">
                <a:solidFill>
                  <a:srgbClr val="000000"/>
                </a:solidFill>
                <a:effectLst/>
                <a:uFillTx/>
                <a:latin typeface="Arial"/>
              </a:rPr>
              <a:t>Bild: pixabay</a:t>
            </a:r>
            <a:endParaRPr lang="de-DE" sz="2000" b="0" u="none" strike="noStrike">
              <a:solidFill>
                <a:srgbClr val="000000"/>
              </a:solidFill>
              <a:effectLst/>
              <a:uFillTx/>
              <a:latin typeface="Arial"/>
            </a:endParaRPr>
          </a:p>
        </p:txBody>
      </p:sp>
      <p:sp>
        <p:nvSpPr>
          <p:cNvPr id="210"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A2FD8BD1-52C7-471B-A88D-C4B5E268DD0F}" type="slidenum">
              <a:rPr lang="de-DE" sz="1200" b="0" u="none" strike="noStrike">
                <a:solidFill>
                  <a:srgbClr val="000000"/>
                </a:solidFill>
                <a:effectLst/>
                <a:uFillTx/>
                <a:latin typeface="Times New Roman"/>
              </a:rPr>
              <a:t>&lt;Foliennummer&gt;</a:t>
            </a:fld>
            <a:endParaRPr lang="de-DE"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200240" y="1143000"/>
            <a:ext cx="4457520" cy="3085920"/>
          </a:xfrm>
          <a:prstGeom prst="rect">
            <a:avLst/>
          </a:prstGeom>
          <a:ln w="0">
            <a:noFill/>
          </a:ln>
        </p:spPr>
      </p:sp>
      <p:sp>
        <p:nvSpPr>
          <p:cNvPr id="2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de-DE" sz="2000" b="0" u="none" strike="noStrike">
                <a:solidFill>
                  <a:srgbClr val="000000"/>
                </a:solidFill>
                <a:effectLst/>
                <a:uFillTx/>
                <a:latin typeface="Arial"/>
              </a:rPr>
              <a:t>Bild: pixabay</a:t>
            </a:r>
            <a:endParaRPr lang="de-DE" sz="2000" b="0" u="none" strike="noStrike">
              <a:solidFill>
                <a:srgbClr val="000000"/>
              </a:solidFill>
              <a:effectLst/>
              <a:uFillTx/>
              <a:latin typeface="Arial"/>
            </a:endParaRPr>
          </a:p>
        </p:txBody>
      </p:sp>
      <p:sp>
        <p:nvSpPr>
          <p:cNvPr id="213"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1D7770AB-3C3F-4E10-AF80-98D12408755D}" type="slidenum">
              <a:rPr lang="de-DE" sz="1200" b="0" u="none" strike="noStrike">
                <a:solidFill>
                  <a:srgbClr val="000000"/>
                </a:solidFill>
                <a:effectLst/>
                <a:uFillTx/>
                <a:latin typeface="Times New Roman"/>
              </a:rPr>
              <a:t>&lt;Foliennummer&gt;</a:t>
            </a:fld>
            <a:endParaRPr lang="de-DE"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1200240" y="1143000"/>
            <a:ext cx="445752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de-DE" sz="2000" b="0" u="none" strike="noStrike">
                <a:solidFill>
                  <a:srgbClr val="000000"/>
                </a:solidFill>
                <a:effectLst/>
                <a:uFillTx/>
                <a:latin typeface="Arial"/>
              </a:rPr>
              <a:t>Bild: pixabay</a:t>
            </a:r>
            <a:endParaRPr lang="de-DE" sz="2000" b="0" u="none" strike="noStrike">
              <a:solidFill>
                <a:srgbClr val="000000"/>
              </a:solidFill>
              <a:effectLst/>
              <a:uFillTx/>
              <a:latin typeface="Arial"/>
            </a:endParaRPr>
          </a:p>
        </p:txBody>
      </p:sp>
      <p:sp>
        <p:nvSpPr>
          <p:cNvPr id="216"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CDB2EE3E-3ED7-4EF8-A993-9471DDE800D2}" type="slidenum">
              <a:rPr lang="de-DE" sz="1200" b="0" u="none" strike="noStrike">
                <a:solidFill>
                  <a:srgbClr val="000000"/>
                </a:solidFill>
                <a:effectLst/>
                <a:uFillTx/>
                <a:latin typeface="Times New Roman"/>
              </a:rPr>
              <a:t>&lt;Foliennummer&gt;</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foli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43040" y="1122480"/>
            <a:ext cx="8419680" cy="2387160"/>
          </a:xfrm>
          <a:prstGeom prst="rect">
            <a:avLst/>
          </a:prstGeom>
          <a:noFill/>
          <a:ln w="0">
            <a:noFill/>
          </a:ln>
        </p:spPr>
        <p:txBody>
          <a:bodyPr lIns="91440" tIns="45720" rIns="91440" bIns="45720" anchor="b">
            <a:noAutofit/>
          </a:bodyPr>
          <a:lstStyle>
            <a:lvl1pPr indent="0" algn="ctr" defTabSz="914400">
              <a:lnSpc>
                <a:spcPct val="90000"/>
              </a:lnSpc>
              <a:buNone/>
              <a:defRPr lang="de-DE" sz="6000" b="0" u="none" strike="noStrike">
                <a:solidFill>
                  <a:schemeClr val="dk1"/>
                </a:solidFill>
                <a:effectLst/>
                <a:uFillTx/>
                <a:latin typeface="Calibri Light"/>
              </a:defRPr>
            </a:lvl1pPr>
          </a:lstStyle>
          <a:p>
            <a:pPr indent="0" algn="ctr" defTabSz="914400">
              <a:lnSpc>
                <a:spcPct val="90000"/>
              </a:lnSpc>
              <a:buNone/>
            </a:pPr>
            <a:r>
              <a:rPr lang="de-DE" sz="6000" b="0" u="none" strike="noStrike">
                <a:solidFill>
                  <a:schemeClr val="dk1"/>
                </a:solidFill>
                <a:effectLst/>
                <a:uFillTx/>
                <a:latin typeface="Calibri Light"/>
              </a:rPr>
              <a:t>Titelmasterformat durch Klicken bearbeiten</a:t>
            </a:r>
            <a:endParaRPr lang="de-DE" sz="6000" b="0" u="none" strike="noStrike">
              <a:solidFill>
                <a:schemeClr val="dk1"/>
              </a:solidFill>
              <a:effectLst/>
              <a:uFillTx/>
              <a:latin typeface="Calibri Light"/>
            </a:endParaRPr>
          </a:p>
        </p:txBody>
      </p:sp>
      <p:sp>
        <p:nvSpPr>
          <p:cNvPr id="3" name="PlaceHolder 2"/>
          <p:cNvSpPr>
            <a:spLocks noGrp="1"/>
          </p:cNvSpPr>
          <p:nvPr>
            <p:ph type="dt" idx="1"/>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393D777E-C73B-4DC9-89C3-C16D045EE9F1}"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
        <p:nvSpPr>
          <p:cNvPr id="6" name="PlaceHolder 5"/>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 des Gliederungstextes durch Klicken bearbeiten</a:t>
            </a:r>
            <a:endParaRPr lang="de-DE"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de-DE" sz="2400" b="0" u="none" strike="noStrike">
                <a:solidFill>
                  <a:schemeClr val="dk1"/>
                </a:solidFill>
                <a:effectLst/>
                <a:uFillTx/>
                <a:latin typeface="Calibri"/>
              </a:rPr>
              <a:t>Zweite Gliederungsebene</a:t>
            </a:r>
            <a:endParaRPr lang="de-DE"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endParaRPr lang="de-DE"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Calibri"/>
              </a:rPr>
              <a:t>Vierte Gliederungsebene</a:t>
            </a:r>
            <a:endParaRPr lang="de-DE"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Calibri"/>
              </a:rPr>
              <a:t>Fünfte Gliederungsebene</a:t>
            </a:r>
            <a:endParaRPr lang="de-DE"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endParaRPr lang="de-DE"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endParaRPr lang="de-DE"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el und vertikaler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81120" y="365040"/>
            <a:ext cx="8543520" cy="1325160"/>
          </a:xfrm>
          <a:prstGeom prst="rect">
            <a:avLst/>
          </a:prstGeom>
          <a:noFill/>
          <a:ln w="0">
            <a:noFill/>
          </a:ln>
        </p:spPr>
        <p:txBody>
          <a:bodyPr lIns="91440" tIns="45720" rIns="91440" bIns="45720" anchor="ctr">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8" name="PlaceHolder 2"/>
          <p:cNvSpPr>
            <a:spLocks noGrp="1"/>
          </p:cNvSpPr>
          <p:nvPr>
            <p:ph type="body"/>
          </p:nvPr>
        </p:nvSpPr>
        <p:spPr>
          <a:xfrm>
            <a:off x="681120" y="1825560"/>
            <a:ext cx="854352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9" name="PlaceHolder 3"/>
          <p:cNvSpPr>
            <a:spLocks noGrp="1"/>
          </p:cNvSpPr>
          <p:nvPr>
            <p:ph type="dt" idx="4"/>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044A2020-0B10-4E2C-A25D-642ED41E3E4C}"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kaler Titel u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7089120" y="365040"/>
            <a:ext cx="21355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13" name="PlaceHolder 2"/>
          <p:cNvSpPr>
            <a:spLocks noGrp="1"/>
          </p:cNvSpPr>
          <p:nvPr>
            <p:ph type="body"/>
          </p:nvPr>
        </p:nvSpPr>
        <p:spPr>
          <a:xfrm>
            <a:off x="681120" y="365040"/>
            <a:ext cx="628380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14" name="PlaceHolder 3"/>
          <p:cNvSpPr>
            <a:spLocks noGrp="1"/>
          </p:cNvSpPr>
          <p:nvPr>
            <p:ph type="dt" idx="7"/>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89F7698-6083-4EA7-B825-5D17D0C80684}"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1120" y="365040"/>
            <a:ext cx="8543520" cy="1325160"/>
          </a:xfrm>
          <a:prstGeom prst="rect">
            <a:avLst/>
          </a:prstGeom>
          <a:noFill/>
          <a:ln w="0">
            <a:noFill/>
          </a:ln>
        </p:spPr>
        <p:txBody>
          <a:bodyPr lIns="91440" tIns="45720" rIns="91440" bIns="45720" anchor="ctr">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18" name="PlaceHolder 2"/>
          <p:cNvSpPr>
            <a:spLocks noGrp="1"/>
          </p:cNvSpPr>
          <p:nvPr>
            <p:ph type="body"/>
          </p:nvPr>
        </p:nvSpPr>
        <p:spPr>
          <a:xfrm>
            <a:off x="681120" y="1825560"/>
            <a:ext cx="85435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19" name="PlaceHolder 3"/>
          <p:cNvSpPr>
            <a:spLocks noGrp="1"/>
          </p:cNvSpPr>
          <p:nvPr>
            <p:ph type="dt" idx="10"/>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7038A282-7489-40A5-8BB6-6F218682F163}"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bschnitts-&#10;überschrif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75720" y="1709640"/>
            <a:ext cx="8543520" cy="2852280"/>
          </a:xfrm>
          <a:prstGeom prst="rect">
            <a:avLst/>
          </a:prstGeom>
          <a:noFill/>
          <a:ln w="0">
            <a:noFill/>
          </a:ln>
        </p:spPr>
        <p:txBody>
          <a:bodyPr lIns="91440" tIns="45720" rIns="91440" bIns="45720" anchor="b">
            <a:noAutofit/>
          </a:bodyPr>
          <a:lstStyle>
            <a:lvl1pPr indent="0" algn="l" defTabSz="914400">
              <a:lnSpc>
                <a:spcPct val="90000"/>
              </a:lnSpc>
              <a:buNone/>
              <a:defRPr lang="de-DE" sz="6000" b="0" u="none" strike="noStrike">
                <a:solidFill>
                  <a:schemeClr val="dk1"/>
                </a:solidFill>
                <a:effectLst/>
                <a:uFillTx/>
                <a:latin typeface="Calibri Light"/>
              </a:defRPr>
            </a:lvl1pPr>
          </a:lstStyle>
          <a:p>
            <a:pPr indent="0" algn="l" defTabSz="914400">
              <a:lnSpc>
                <a:spcPct val="90000"/>
              </a:lnSpc>
              <a:buNone/>
            </a:pPr>
            <a:r>
              <a:rPr lang="de-DE" sz="6000" b="0" u="none" strike="noStrike">
                <a:solidFill>
                  <a:schemeClr val="dk1"/>
                </a:solidFill>
                <a:effectLst/>
                <a:uFillTx/>
                <a:latin typeface="Calibri Light"/>
              </a:rPr>
              <a:t>Titelmasterformat durch Klicken bearbeiten</a:t>
            </a:r>
            <a:endParaRPr lang="de-DE" sz="6000" b="0" u="none" strike="noStrike">
              <a:solidFill>
                <a:schemeClr val="dk1"/>
              </a:solidFill>
              <a:effectLst/>
              <a:uFillTx/>
              <a:latin typeface="Calibri Light"/>
            </a:endParaRPr>
          </a:p>
        </p:txBody>
      </p:sp>
      <p:sp>
        <p:nvSpPr>
          <p:cNvPr id="23" name="PlaceHolder 2"/>
          <p:cNvSpPr>
            <a:spLocks noGrp="1"/>
          </p:cNvSpPr>
          <p:nvPr>
            <p:ph type="body"/>
          </p:nvPr>
        </p:nvSpPr>
        <p:spPr>
          <a:xfrm>
            <a:off x="675720" y="4589640"/>
            <a:ext cx="854352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de-DE" sz="24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de-DE" sz="2400" b="0" u="none" strike="noStrike">
                <a:solidFill>
                  <a:schemeClr val="dk1"/>
                </a:solidFill>
                <a:effectLst/>
                <a:uFillTx/>
                <a:latin typeface="Calibri"/>
              </a:rPr>
              <a:t>Formatvorlagen des Textmasters bearbeiten</a:t>
            </a:r>
            <a:endParaRPr lang="de-DE" sz="2400" b="0" u="none" strike="noStrike">
              <a:solidFill>
                <a:schemeClr val="dk1"/>
              </a:solidFill>
              <a:effectLst/>
              <a:uFillTx/>
              <a:latin typeface="Calibri"/>
            </a:endParaRPr>
          </a:p>
        </p:txBody>
      </p:sp>
      <p:sp>
        <p:nvSpPr>
          <p:cNvPr id="24" name="PlaceHolder 3"/>
          <p:cNvSpPr>
            <a:spLocks noGrp="1"/>
          </p:cNvSpPr>
          <p:nvPr>
            <p:ph type="dt" idx="13"/>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30E97B99-1464-432B-86DF-ADF34EA9A3B1}"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Zwei Inhalte">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81120" y="365040"/>
            <a:ext cx="8543520" cy="1325160"/>
          </a:xfrm>
          <a:prstGeom prst="rect">
            <a:avLst/>
          </a:prstGeom>
          <a:noFill/>
          <a:ln w="0">
            <a:noFill/>
          </a:ln>
        </p:spPr>
        <p:txBody>
          <a:bodyPr lIns="91440" tIns="45720" rIns="91440" bIns="45720" anchor="ctr">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28" name="PlaceHolder 2"/>
          <p:cNvSpPr>
            <a:spLocks noGrp="1"/>
          </p:cNvSpPr>
          <p:nvPr>
            <p:ph type="body"/>
          </p:nvPr>
        </p:nvSpPr>
        <p:spPr>
          <a:xfrm>
            <a:off x="681120" y="1825560"/>
            <a:ext cx="42098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29" name="PlaceHolder 3"/>
          <p:cNvSpPr>
            <a:spLocks noGrp="1"/>
          </p:cNvSpPr>
          <p:nvPr>
            <p:ph type="body"/>
          </p:nvPr>
        </p:nvSpPr>
        <p:spPr>
          <a:xfrm>
            <a:off x="5014800" y="1825560"/>
            <a:ext cx="42098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0" name="PlaceHolder 4"/>
          <p:cNvSpPr>
            <a:spLocks noGrp="1"/>
          </p:cNvSpPr>
          <p:nvPr>
            <p:ph type="dt" idx="16"/>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ECD2E4B4-A0C3-4C81-8032-4D7FD32339FC}"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gleich">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82200" y="365040"/>
            <a:ext cx="8543520" cy="1325160"/>
          </a:xfrm>
          <a:prstGeom prst="rect">
            <a:avLst/>
          </a:prstGeom>
          <a:noFill/>
          <a:ln w="0">
            <a:noFill/>
          </a:ln>
        </p:spPr>
        <p:txBody>
          <a:bodyPr lIns="91440" tIns="45720" rIns="91440" bIns="45720" anchor="ctr">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34" name="PlaceHolder 2"/>
          <p:cNvSpPr>
            <a:spLocks noGrp="1"/>
          </p:cNvSpPr>
          <p:nvPr>
            <p:ph type="body"/>
          </p:nvPr>
        </p:nvSpPr>
        <p:spPr>
          <a:xfrm>
            <a:off x="682200" y="1681200"/>
            <a:ext cx="419040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de-DE"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de-DE" sz="2400" b="1" u="none" strike="noStrike">
                <a:solidFill>
                  <a:schemeClr val="dk1"/>
                </a:solidFill>
                <a:effectLst/>
                <a:uFillTx/>
                <a:latin typeface="Calibri"/>
              </a:rPr>
              <a:t>Formatvorlagen des Textmasters bearbeiten</a:t>
            </a:r>
            <a:endParaRPr lang="de-DE" sz="2400" b="0" u="none" strike="noStrike">
              <a:solidFill>
                <a:schemeClr val="dk1"/>
              </a:solidFill>
              <a:effectLst/>
              <a:uFillTx/>
              <a:latin typeface="Calibri"/>
            </a:endParaRPr>
          </a:p>
        </p:txBody>
      </p:sp>
      <p:sp>
        <p:nvSpPr>
          <p:cNvPr id="35" name="PlaceHolder 3"/>
          <p:cNvSpPr>
            <a:spLocks noGrp="1"/>
          </p:cNvSpPr>
          <p:nvPr>
            <p:ph type="body"/>
          </p:nvPr>
        </p:nvSpPr>
        <p:spPr>
          <a:xfrm>
            <a:off x="682200" y="2505240"/>
            <a:ext cx="419040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6" name="PlaceHolder 4"/>
          <p:cNvSpPr>
            <a:spLocks noGrp="1"/>
          </p:cNvSpPr>
          <p:nvPr>
            <p:ph type="body"/>
          </p:nvPr>
        </p:nvSpPr>
        <p:spPr>
          <a:xfrm>
            <a:off x="5014800" y="1681200"/>
            <a:ext cx="4210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de-DE"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de-DE" sz="2400" b="1" u="none" strike="noStrike">
                <a:solidFill>
                  <a:schemeClr val="dk1"/>
                </a:solidFill>
                <a:effectLst/>
                <a:uFillTx/>
                <a:latin typeface="Calibri"/>
              </a:rPr>
              <a:t>Formatvorlagen des Textmasters bearbeiten</a:t>
            </a:r>
            <a:endParaRPr lang="de-DE" sz="2400" b="0" u="none" strike="noStrike">
              <a:solidFill>
                <a:schemeClr val="dk1"/>
              </a:solidFill>
              <a:effectLst/>
              <a:uFillTx/>
              <a:latin typeface="Calibri"/>
            </a:endParaRPr>
          </a:p>
        </p:txBody>
      </p:sp>
      <p:sp>
        <p:nvSpPr>
          <p:cNvPr id="37" name="PlaceHolder 5"/>
          <p:cNvSpPr>
            <a:spLocks noGrp="1"/>
          </p:cNvSpPr>
          <p:nvPr>
            <p:ph type="body"/>
          </p:nvPr>
        </p:nvSpPr>
        <p:spPr>
          <a:xfrm>
            <a:off x="5014800" y="2505240"/>
            <a:ext cx="4210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de-DE"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de-DE"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de-DE"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de-DE"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de-DE"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de-DE" sz="2800" b="0" u="none" strike="noStrike">
                <a:solidFill>
                  <a:schemeClr val="dk1"/>
                </a:solidFill>
                <a:effectLst/>
                <a:uFillTx/>
                <a:latin typeface="Calibri"/>
              </a:rPr>
              <a:t>Formatvorlagen des Textmasters bearbeiten</a:t>
            </a:r>
            <a:endParaRPr lang="de-DE"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8" name="PlaceHolder 6"/>
          <p:cNvSpPr>
            <a:spLocks noGrp="1"/>
          </p:cNvSpPr>
          <p:nvPr>
            <p:ph type="dt" idx="19"/>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C1B6D12B-CFB1-4EF9-AF07-26E7EE29D5EE}"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81120" y="365040"/>
            <a:ext cx="8543520" cy="1325160"/>
          </a:xfrm>
          <a:prstGeom prst="rect">
            <a:avLst/>
          </a:prstGeom>
          <a:noFill/>
          <a:ln w="0">
            <a:noFill/>
          </a:ln>
        </p:spPr>
        <p:txBody>
          <a:bodyPr lIns="91440" tIns="45720" rIns="91440" bIns="45720" anchor="ctr">
            <a:noAutofit/>
          </a:bodyPr>
          <a:lstStyle>
            <a:lvl1pPr indent="0" algn="l" defTabSz="914400">
              <a:lnSpc>
                <a:spcPct val="90000"/>
              </a:lnSpc>
              <a:buNone/>
              <a:defRPr lang="de-DE" sz="4400" b="0" u="none" strike="noStrike">
                <a:solidFill>
                  <a:schemeClr val="dk1"/>
                </a:solidFill>
                <a:effectLst/>
                <a:uFillTx/>
                <a:latin typeface="Calibri Light"/>
              </a:defRPr>
            </a:lvl1pPr>
          </a:lstStyle>
          <a:p>
            <a:pPr indent="0" algn="l" defTabSz="914400">
              <a:lnSpc>
                <a:spcPct val="90000"/>
              </a:lnSpc>
              <a:buNone/>
            </a:pPr>
            <a:r>
              <a:rPr lang="de-DE" sz="4400" b="0" u="none" strike="noStrike">
                <a:solidFill>
                  <a:schemeClr val="dk1"/>
                </a:solidFill>
                <a:effectLst/>
                <a:uFillTx/>
                <a:latin typeface="Calibri Light"/>
              </a:rPr>
              <a:t>Titelmasterformat durch Klicken bearbeiten</a:t>
            </a:r>
            <a:endParaRPr lang="de-DE" sz="4400" b="0" u="none" strike="noStrike">
              <a:solidFill>
                <a:schemeClr val="dk1"/>
              </a:solidFill>
              <a:effectLst/>
              <a:uFillTx/>
              <a:latin typeface="Calibri Light"/>
            </a:endParaRPr>
          </a:p>
        </p:txBody>
      </p:sp>
      <p:sp>
        <p:nvSpPr>
          <p:cNvPr id="42" name="PlaceHolder 2"/>
          <p:cNvSpPr>
            <a:spLocks noGrp="1"/>
          </p:cNvSpPr>
          <p:nvPr>
            <p:ph type="dt" idx="22"/>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CED7285F-DE78-49FB-B919-DAA35633A2E7}"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410D72B2-8686-4A58-A3DD-220A109E2DAE}"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mit Überschrift">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82200" y="457200"/>
            <a:ext cx="3194640" cy="1599840"/>
          </a:xfrm>
          <a:prstGeom prst="rect">
            <a:avLst/>
          </a:prstGeom>
          <a:noFill/>
          <a:ln w="0">
            <a:noFill/>
          </a:ln>
        </p:spPr>
        <p:txBody>
          <a:bodyPr lIns="91440" tIns="45720" rIns="91440" bIns="45720" anchor="b">
            <a:noAutofit/>
          </a:bodyPr>
          <a:lstStyle>
            <a:lvl1pPr indent="0" algn="l" defTabSz="914400">
              <a:lnSpc>
                <a:spcPct val="90000"/>
              </a:lnSpc>
              <a:buNone/>
              <a:defRPr lang="de-DE" sz="3200" b="0" u="none" strike="noStrike">
                <a:solidFill>
                  <a:schemeClr val="dk1"/>
                </a:solidFill>
                <a:effectLst/>
                <a:uFillTx/>
                <a:latin typeface="Calibri Light"/>
              </a:defRPr>
            </a:lvl1pPr>
          </a:lstStyle>
          <a:p>
            <a:pPr indent="0" algn="l" defTabSz="914400">
              <a:lnSpc>
                <a:spcPct val="90000"/>
              </a:lnSpc>
              <a:buNone/>
            </a:pPr>
            <a:r>
              <a:rPr lang="de-DE" sz="3200" b="0" u="none" strike="noStrike">
                <a:solidFill>
                  <a:schemeClr val="dk1"/>
                </a:solidFill>
                <a:effectLst/>
                <a:uFillTx/>
                <a:latin typeface="Calibri Light"/>
              </a:rPr>
              <a:t>Titelmasterformat durch Klicken bearbeiten</a:t>
            </a:r>
            <a:endParaRPr lang="de-DE" sz="3200" b="0" u="none" strike="noStrike">
              <a:solidFill>
                <a:schemeClr val="dk1"/>
              </a:solidFill>
              <a:effectLst/>
              <a:uFillTx/>
              <a:latin typeface="Calibri Light"/>
            </a:endParaRPr>
          </a:p>
        </p:txBody>
      </p:sp>
      <p:sp>
        <p:nvSpPr>
          <p:cNvPr id="49" name="PlaceHolder 2"/>
          <p:cNvSpPr>
            <a:spLocks noGrp="1"/>
          </p:cNvSpPr>
          <p:nvPr>
            <p:ph type="body"/>
          </p:nvPr>
        </p:nvSpPr>
        <p:spPr>
          <a:xfrm>
            <a:off x="4211280" y="987480"/>
            <a:ext cx="50144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de-DE"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de-DE"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de-DE"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de-DE"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de-DE" sz="3200" b="0" u="none" strike="noStrike">
                <a:solidFill>
                  <a:schemeClr val="dk1"/>
                </a:solidFill>
                <a:effectLst/>
                <a:uFillTx/>
                <a:latin typeface="Calibri"/>
              </a:rPr>
              <a:t>Formatvorlagen des Textmasters bearbeiten</a:t>
            </a:r>
            <a:endParaRPr lang="de-DE"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de-DE" sz="2800" b="0" u="none" strike="noStrike">
                <a:solidFill>
                  <a:schemeClr val="dk1"/>
                </a:solidFill>
                <a:effectLst/>
                <a:uFillTx/>
                <a:latin typeface="Calibri"/>
              </a:rPr>
              <a:t>Zweite Ebene</a:t>
            </a:r>
            <a:endParaRPr lang="de-DE"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Dritte Ebene</a:t>
            </a:r>
            <a:endParaRPr lang="de-DE"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Vierte Ebene</a:t>
            </a:r>
            <a:endParaRPr lang="de-DE"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Fünfte Ebene</a:t>
            </a:r>
            <a:endParaRPr lang="de-DE" sz="2000" b="0" u="none" strike="noStrike">
              <a:solidFill>
                <a:schemeClr val="dk1"/>
              </a:solidFill>
              <a:effectLst/>
              <a:uFillTx/>
              <a:latin typeface="Calibri"/>
            </a:endParaRPr>
          </a:p>
        </p:txBody>
      </p:sp>
      <p:sp>
        <p:nvSpPr>
          <p:cNvPr id="50" name="PlaceHolder 3"/>
          <p:cNvSpPr>
            <a:spLocks noGrp="1"/>
          </p:cNvSpPr>
          <p:nvPr>
            <p:ph type="body"/>
          </p:nvPr>
        </p:nvSpPr>
        <p:spPr>
          <a:xfrm>
            <a:off x="682200" y="2057400"/>
            <a:ext cx="319464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de-DE"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de-DE" sz="1600" b="0" u="none" strike="noStrike">
                <a:solidFill>
                  <a:schemeClr val="dk1"/>
                </a:solidFill>
                <a:effectLst/>
                <a:uFillTx/>
                <a:latin typeface="Calibri"/>
              </a:rPr>
              <a:t>Formatvorlagen des Textmasters bearbeiten</a:t>
            </a:r>
            <a:endParaRPr lang="de-DE" sz="1600" b="0" u="none" strike="noStrike">
              <a:solidFill>
                <a:schemeClr val="dk1"/>
              </a:solidFill>
              <a:effectLst/>
              <a:uFillTx/>
              <a:latin typeface="Calibri"/>
            </a:endParaRPr>
          </a:p>
        </p:txBody>
      </p:sp>
      <p:sp>
        <p:nvSpPr>
          <p:cNvPr id="51" name="PlaceHolder 4"/>
          <p:cNvSpPr>
            <a:spLocks noGrp="1"/>
          </p:cNvSpPr>
          <p:nvPr>
            <p:ph type="dt" idx="28"/>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8DF4D7BB-5819-46F4-BEA3-F76732933F05}"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ld mit Überschrift">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82200" y="457200"/>
            <a:ext cx="3194640" cy="1599840"/>
          </a:xfrm>
          <a:prstGeom prst="rect">
            <a:avLst/>
          </a:prstGeom>
          <a:noFill/>
          <a:ln w="0">
            <a:noFill/>
          </a:ln>
        </p:spPr>
        <p:txBody>
          <a:bodyPr lIns="91440" tIns="45720" rIns="91440" bIns="45720" anchor="b">
            <a:noAutofit/>
          </a:bodyPr>
          <a:lstStyle>
            <a:lvl1pPr indent="0" algn="l" defTabSz="914400">
              <a:lnSpc>
                <a:spcPct val="90000"/>
              </a:lnSpc>
              <a:buNone/>
              <a:defRPr lang="de-DE" sz="3200" b="0" u="none" strike="noStrike">
                <a:solidFill>
                  <a:schemeClr val="dk1"/>
                </a:solidFill>
                <a:effectLst/>
                <a:uFillTx/>
                <a:latin typeface="Calibri Light"/>
              </a:defRPr>
            </a:lvl1pPr>
          </a:lstStyle>
          <a:p>
            <a:pPr indent="0" algn="l" defTabSz="914400">
              <a:lnSpc>
                <a:spcPct val="90000"/>
              </a:lnSpc>
              <a:buNone/>
            </a:pPr>
            <a:r>
              <a:rPr lang="de-DE" sz="3200" b="0" u="none" strike="noStrike">
                <a:solidFill>
                  <a:schemeClr val="dk1"/>
                </a:solidFill>
                <a:effectLst/>
                <a:uFillTx/>
                <a:latin typeface="Calibri Light"/>
              </a:rPr>
              <a:t>Titelmasterformat durch Klicken bearbeiten</a:t>
            </a:r>
            <a:endParaRPr lang="de-DE" sz="3200" b="0" u="none" strike="noStrike">
              <a:solidFill>
                <a:schemeClr val="dk1"/>
              </a:solidFill>
              <a:effectLst/>
              <a:uFillTx/>
              <a:latin typeface="Calibri Light"/>
            </a:endParaRPr>
          </a:p>
        </p:txBody>
      </p:sp>
      <p:sp>
        <p:nvSpPr>
          <p:cNvPr id="55" name="PlaceHolder 2"/>
          <p:cNvSpPr>
            <a:spLocks noGrp="1"/>
          </p:cNvSpPr>
          <p:nvPr>
            <p:ph type="body"/>
          </p:nvPr>
        </p:nvSpPr>
        <p:spPr>
          <a:xfrm>
            <a:off x="4211280" y="987480"/>
            <a:ext cx="50144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de-DE" sz="3200" b="0" u="none" strike="noStrike">
                <a:solidFill>
                  <a:schemeClr val="dk1"/>
                </a:solidFill>
                <a:effectLst/>
                <a:uFillTx/>
                <a:latin typeface="Calibri"/>
              </a:defRPr>
            </a:lvl1pPr>
          </a:lstStyle>
          <a:p>
            <a:pPr indent="0" algn="l" defTabSz="914400">
              <a:lnSpc>
                <a:spcPct val="100000"/>
              </a:lnSpc>
              <a:buNone/>
              <a:tabLst>
                <a:tab pos="0" algn="l"/>
              </a:tabLst>
            </a:pPr>
            <a:r>
              <a:rPr lang="de-DE" sz="3200" b="0" u="none" strike="noStrike">
                <a:solidFill>
                  <a:schemeClr val="dk1"/>
                </a:solidFill>
                <a:effectLst/>
                <a:uFillTx/>
                <a:latin typeface="Calibri"/>
              </a:rPr>
              <a:t>Bild durch Klicken auf Symbol hinzufügen</a:t>
            </a:r>
            <a:endParaRPr lang="de-DE" sz="3200" b="0" u="none" strike="noStrike">
              <a:solidFill>
                <a:schemeClr val="dk1"/>
              </a:solidFill>
              <a:effectLst/>
              <a:uFillTx/>
              <a:latin typeface="Calibri"/>
            </a:endParaRPr>
          </a:p>
        </p:txBody>
      </p:sp>
      <p:sp>
        <p:nvSpPr>
          <p:cNvPr id="56" name="PlaceHolder 3"/>
          <p:cNvSpPr>
            <a:spLocks noGrp="1"/>
          </p:cNvSpPr>
          <p:nvPr>
            <p:ph type="body"/>
          </p:nvPr>
        </p:nvSpPr>
        <p:spPr>
          <a:xfrm>
            <a:off x="682200" y="2057400"/>
            <a:ext cx="319464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de-DE"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de-DE" sz="1600" b="0" u="none" strike="noStrike">
                <a:solidFill>
                  <a:schemeClr val="dk1"/>
                </a:solidFill>
                <a:effectLst/>
                <a:uFillTx/>
                <a:latin typeface="Calibri"/>
              </a:rPr>
              <a:t>Formatvorlagen des Textmasters bearbeiten</a:t>
            </a:r>
            <a:endParaRPr lang="de-DE" sz="1600" b="0" u="none" strike="noStrike">
              <a:solidFill>
                <a:schemeClr val="dk1"/>
              </a:solidFill>
              <a:effectLst/>
              <a:uFillTx/>
              <a:latin typeface="Calibri"/>
            </a:endParaRPr>
          </a:p>
        </p:txBody>
      </p:sp>
      <p:sp>
        <p:nvSpPr>
          <p:cNvPr id="57" name="PlaceHolder 4"/>
          <p:cNvSpPr>
            <a:spLocks noGrp="1"/>
          </p:cNvSpPr>
          <p:nvPr>
            <p:ph type="dt" idx="31"/>
          </p:nvPr>
        </p:nvSpPr>
        <p:spPr>
          <a:xfrm>
            <a:off x="681120" y="6356520"/>
            <a:ext cx="2228400" cy="364680"/>
          </a:xfrm>
          <a:prstGeom prst="rect">
            <a:avLst/>
          </a:prstGeom>
          <a:noFill/>
          <a:ln w="0">
            <a:noFill/>
          </a:ln>
        </p:spPr>
        <p:txBody>
          <a:bodyPr lIns="91440" tIns="45720" rIns="91440" bIns="45720" anchor="ctr">
            <a:noAutofit/>
          </a:bodyPr>
          <a:lstStyle>
            <a:lvl1pPr indent="0" algn="l" defTabSz="914400">
              <a:lnSpc>
                <a:spcPct val="100000"/>
              </a:lnSpc>
              <a:buNone/>
              <a:defRPr lang="de-DE" sz="1200" b="0" u="none" strike="noStrike">
                <a:solidFill>
                  <a:schemeClr val="dk1">
                    <a:tint val="75000"/>
                  </a:schemeClr>
                </a:solidFill>
                <a:effectLst/>
                <a:uFillTx/>
                <a:latin typeface="Calibri"/>
              </a:defRPr>
            </a:lvl1pPr>
          </a:lstStyle>
          <a:p>
            <a:pPr indent="0" algn="l"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281400" y="6356520"/>
            <a:ext cx="334296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996240" y="6356520"/>
            <a:ext cx="222840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B60DCEE0-BC2A-4598-A982-F327A2198FD4}"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743040" y="2130480"/>
            <a:ext cx="8419680" cy="146952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61" name="PlaceHolder 2"/>
          <p:cNvSpPr>
            <a:spLocks noGrp="1"/>
          </p:cNvSpPr>
          <p:nvPr>
            <p:ph type="dt" idx="34"/>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62" name="PlaceHolder 3"/>
          <p:cNvSpPr>
            <a:spLocks noGrp="1"/>
          </p:cNvSpPr>
          <p:nvPr>
            <p:ph type="ftr" idx="35"/>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63" name="PlaceHolder 4"/>
          <p:cNvSpPr>
            <a:spLocks noGrp="1"/>
          </p:cNvSpPr>
          <p:nvPr>
            <p:ph type="sldNum" idx="36"/>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09F44B41-5C46-4694-B38F-30C0332C0788}"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
        <p:nvSpPr>
          <p:cNvPr id="64" name="PlaceHolder 5"/>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lvl1pPr algn="l">
              <a:spcBef>
                <a:spcPts val="692"/>
              </a:spcBef>
              <a:buClr>
                <a:srgbClr val="000000"/>
              </a:buClr>
              <a:buFont typeface="Symbol" charset="2"/>
              <a:buChar char=""/>
              <a:defRPr lang="de-DE" sz="3459" b="0" u="none" strike="noStrike">
                <a:solidFill>
                  <a:schemeClr val="dk1"/>
                </a:solidFill>
                <a:effectLst/>
                <a:uFillTx/>
                <a:latin typeface="Times New Roman"/>
              </a:defRPr>
            </a:lvl1pPr>
            <a:lvl2pPr lvl="1" algn="l">
              <a:spcBef>
                <a:spcPts val="607"/>
              </a:spcBef>
              <a:buClr>
                <a:srgbClr val="000000"/>
              </a:buClr>
              <a:buSzPct val="75000"/>
              <a:buFont typeface="Symbol" charset="2"/>
              <a:buChar char=""/>
              <a:defRPr lang="de-DE" sz="3040" b="0" u="none" strike="noStrike">
                <a:solidFill>
                  <a:schemeClr val="dk1"/>
                </a:solidFill>
                <a:effectLst/>
                <a:uFillTx/>
                <a:latin typeface="Times New Roman"/>
              </a:defRPr>
            </a:lvl2pPr>
            <a:lvl3pPr lvl="2" algn="l">
              <a:spcBef>
                <a:spcPts val="519"/>
              </a:spcBef>
              <a:buClr>
                <a:srgbClr val="000000"/>
              </a:buClr>
              <a:buSzPct val="45000"/>
              <a:buFont typeface="Wingdings" charset="2"/>
              <a:buChar char=""/>
              <a:defRPr lang="de-DE" sz="2600" b="0" u="none" strike="noStrike">
                <a:solidFill>
                  <a:schemeClr val="dk1"/>
                </a:solidFill>
                <a:effectLst/>
                <a:uFillTx/>
                <a:latin typeface="Times New Roman"/>
              </a:defRPr>
            </a:lvl3pPr>
            <a:lvl4pPr lvl="3" algn="l">
              <a:spcBef>
                <a:spcPts val="434"/>
              </a:spcBef>
              <a:buClr>
                <a:srgbClr val="000000"/>
              </a:buClr>
              <a:buSzPct val="75000"/>
              <a:buFont typeface="Symbol" charset="2"/>
              <a:buChar char=""/>
              <a:defRPr lang="de-DE" sz="2170" b="0" u="none" strike="noStrike">
                <a:solidFill>
                  <a:schemeClr val="dk1"/>
                </a:solidFill>
                <a:effectLst/>
                <a:uFillTx/>
                <a:latin typeface="Times New Roman"/>
              </a:defRPr>
            </a:lvl4pPr>
            <a:lvl5pPr lvl="4" algn="l">
              <a:spcBef>
                <a:spcPts val="434"/>
              </a:spcBef>
              <a:buClr>
                <a:srgbClr val="000000"/>
              </a:buClr>
              <a:buSzPct val="45000"/>
              <a:buFont typeface="Wingdings" charset="2"/>
              <a:buChar char=""/>
              <a:defRPr lang="de-DE" sz="2170" b="0" u="none" strike="noStrike">
                <a:solidFill>
                  <a:schemeClr val="dk1"/>
                </a:solidFill>
                <a:effectLst/>
                <a:uFillTx/>
                <a:latin typeface="Times New Roman"/>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Times New Roman"/>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Times New Roman"/>
              </a:defRPr>
            </a:lvl7pPr>
          </a:lstStyle>
          <a:p>
            <a:pPr marL="371520" indent="-371520" algn="l">
              <a:spcBef>
                <a:spcPts val="692"/>
              </a:spcBef>
              <a:buClr>
                <a:srgbClr val="000000"/>
              </a:buClr>
              <a:buFont typeface="Symbol" charset="2"/>
              <a:buChar char=""/>
            </a:pPr>
            <a:r>
              <a:rPr lang="de-DE" sz="3459" b="0" u="none" strike="noStrike">
                <a:solidFill>
                  <a:schemeClr val="dk1"/>
                </a:solidFill>
                <a:effectLst/>
                <a:uFillTx/>
                <a:latin typeface="Times New Roman"/>
              </a:rPr>
              <a:t>Format des Gliederungstextes durch Klicken bearbeiten</a:t>
            </a:r>
            <a:endParaRPr lang="de-DE" sz="3459" b="0" u="none" strike="noStrike">
              <a:solidFill>
                <a:schemeClr val="dk1"/>
              </a:solidFill>
              <a:effectLst/>
              <a:uFillTx/>
              <a:latin typeface="Times New Roman"/>
            </a:endParaRPr>
          </a:p>
          <a:p>
            <a:pPr marL="864000" lvl="1" indent="-324000" algn="l">
              <a:spcBef>
                <a:spcPts val="607"/>
              </a:spcBef>
              <a:buClr>
                <a:srgbClr val="000000"/>
              </a:buClr>
              <a:buSzPct val="75000"/>
              <a:buFont typeface="Symbol" charset="2"/>
              <a:buChar char=""/>
            </a:pPr>
            <a:r>
              <a:rPr lang="de-DE" sz="3040" b="0" u="none" strike="noStrike">
                <a:solidFill>
                  <a:schemeClr val="dk1"/>
                </a:solidFill>
                <a:effectLst/>
                <a:uFillTx/>
                <a:latin typeface="Times New Roman"/>
              </a:rPr>
              <a:t>Zweite Gliederungsebene</a:t>
            </a:r>
            <a:endParaRPr lang="de-DE" sz="3040" b="0" u="none" strike="noStrike">
              <a:solidFill>
                <a:schemeClr val="dk1"/>
              </a:solidFill>
              <a:effectLst/>
              <a:uFillTx/>
              <a:latin typeface="Times New Roman"/>
            </a:endParaRPr>
          </a:p>
          <a:p>
            <a:pPr marL="1296000" lvl="2" indent="-288000" algn="l">
              <a:spcBef>
                <a:spcPts val="519"/>
              </a:spcBef>
              <a:buClr>
                <a:srgbClr val="000000"/>
              </a:buClr>
              <a:buSzPct val="45000"/>
              <a:buFont typeface="Wingdings" charset="2"/>
              <a:buChar char=""/>
            </a:pPr>
            <a:r>
              <a:rPr lang="de-DE" sz="2600" b="0" u="none" strike="noStrike">
                <a:solidFill>
                  <a:schemeClr val="dk1"/>
                </a:solidFill>
                <a:effectLst/>
                <a:uFillTx/>
                <a:latin typeface="Times New Roman"/>
              </a:rPr>
              <a:t>Dritte Gliederungsebene</a:t>
            </a:r>
            <a:endParaRPr lang="de-DE" sz="2600" b="0" u="none" strike="noStrike">
              <a:solidFill>
                <a:schemeClr val="dk1"/>
              </a:solidFill>
              <a:effectLst/>
              <a:uFillTx/>
              <a:latin typeface="Times New Roman"/>
            </a:endParaRPr>
          </a:p>
          <a:p>
            <a:pPr marL="1728000" lvl="3" indent="-216000" algn="l">
              <a:spcBef>
                <a:spcPts val="434"/>
              </a:spcBef>
              <a:buClr>
                <a:srgbClr val="000000"/>
              </a:buClr>
              <a:buSzPct val="75000"/>
              <a:buFont typeface="Symbol" charset="2"/>
              <a:buChar char=""/>
            </a:pPr>
            <a:r>
              <a:rPr lang="de-DE" sz="2170" b="0" u="none" strike="noStrike">
                <a:solidFill>
                  <a:schemeClr val="dk1"/>
                </a:solidFill>
                <a:effectLst/>
                <a:uFillTx/>
                <a:latin typeface="Times New Roman"/>
              </a:rPr>
              <a:t>Vierte Gliederungsebene</a:t>
            </a:r>
            <a:endParaRPr lang="de-DE" sz="2170" b="0" u="none" strike="noStrike">
              <a:solidFill>
                <a:schemeClr val="dk1"/>
              </a:solidFill>
              <a:effectLst/>
              <a:uFillTx/>
              <a:latin typeface="Times New Roman"/>
            </a:endParaRPr>
          </a:p>
          <a:p>
            <a:pPr marL="2160000" lvl="4" indent="-216000" algn="l">
              <a:spcBef>
                <a:spcPts val="434"/>
              </a:spcBef>
              <a:buClr>
                <a:srgbClr val="000000"/>
              </a:buClr>
              <a:buSzPct val="45000"/>
              <a:buFont typeface="Wingdings" charset="2"/>
              <a:buChar char=""/>
            </a:pPr>
            <a:r>
              <a:rPr lang="de-DE" sz="2170" b="0" u="none" strike="noStrike">
                <a:solidFill>
                  <a:schemeClr val="dk1"/>
                </a:solidFill>
                <a:effectLst/>
                <a:uFillTx/>
                <a:latin typeface="Times New Roman"/>
              </a:rPr>
              <a:t>Fünfte Gliederungsebene</a:t>
            </a:r>
            <a:endParaRPr lang="de-DE" sz="2170" b="0" u="none" strike="noStrike">
              <a:solidFill>
                <a:schemeClr val="dk1"/>
              </a:solidFill>
              <a:effectLst/>
              <a:uFillTx/>
              <a:latin typeface="Times New Roman"/>
            </a:endParaRP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Times New Roman"/>
              </a:rPr>
              <a:t>Sechste Gliederungsebene</a:t>
            </a:r>
            <a:endParaRPr lang="de-DE" sz="2000" b="0" u="none" strike="noStrike">
              <a:solidFill>
                <a:schemeClr val="dk1"/>
              </a:solidFill>
              <a:effectLst/>
              <a:uFillTx/>
              <a:latin typeface="Times New Roman"/>
            </a:endParaRP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Times New Roman"/>
              </a:rPr>
              <a:t>Siebte Gliederungsebene</a:t>
            </a:r>
            <a:endParaRPr lang="de-DE" sz="2000" b="0" u="none" strike="noStrike">
              <a:solidFill>
                <a:schemeClr val="dk1"/>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Standard 1">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43040" y="609480"/>
            <a:ext cx="8419680" cy="114264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66" name="PlaceHolder 2"/>
          <p:cNvSpPr>
            <a:spLocks noGrp="1"/>
          </p:cNvSpPr>
          <p:nvPr>
            <p:ph type="body"/>
          </p:nvPr>
        </p:nvSpPr>
        <p:spPr>
          <a:xfrm>
            <a:off x="743040" y="1981080"/>
            <a:ext cx="8419680" cy="4114440"/>
          </a:xfrm>
          <a:prstGeom prst="rect">
            <a:avLst/>
          </a:prstGeom>
          <a:noFill/>
          <a:ln w="0">
            <a:noFill/>
          </a:ln>
        </p:spPr>
        <p:txBody>
          <a:bodyPr numCol="1" spcCol="0" lIns="91440" tIns="45720" rIns="91440" bIns="45720" anchor="t" vert="eaVert">
            <a:noAutofit/>
          </a:bodyPr>
          <a:lstStyle>
            <a:lvl1pPr algn="l">
              <a:lnSpc>
                <a:spcPct val="100000"/>
              </a:lnSpc>
              <a:spcBef>
                <a:spcPts val="692"/>
              </a:spcBef>
              <a:buClr>
                <a:srgbClr val="000000"/>
              </a:buClr>
              <a:buFont typeface="Symbol" charset="2"/>
              <a:buChar char=""/>
              <a:defRPr lang="de-DE" sz="3459" b="0" u="none" strike="noStrike">
                <a:solidFill>
                  <a:schemeClr val="dk1"/>
                </a:solidFill>
                <a:effectLst/>
                <a:uFillTx/>
                <a:latin typeface="Times New Roman"/>
              </a:defRPr>
            </a:lvl1pPr>
            <a:lvl2pPr lvl="1" algn="l">
              <a:lnSpc>
                <a:spcPct val="100000"/>
              </a:lnSpc>
              <a:spcBef>
                <a:spcPts val="607"/>
              </a:spcBef>
              <a:buClr>
                <a:srgbClr val="000000"/>
              </a:buClr>
              <a:buFont typeface="Symbol" charset="2"/>
              <a:buChar char=""/>
              <a:defRPr lang="de-DE" sz="3040" b="0" u="none" strike="noStrike">
                <a:solidFill>
                  <a:schemeClr val="dk1"/>
                </a:solidFill>
                <a:effectLst/>
                <a:uFillTx/>
                <a:latin typeface="Times New Roman"/>
              </a:defRPr>
            </a:lvl2pPr>
            <a:lvl3pPr lvl="2" algn="l">
              <a:lnSpc>
                <a:spcPct val="100000"/>
              </a:lnSpc>
              <a:spcBef>
                <a:spcPts val="519"/>
              </a:spcBef>
              <a:buClr>
                <a:srgbClr val="000000"/>
              </a:buClr>
              <a:buFont typeface="Symbol" charset="2"/>
              <a:buChar char=""/>
              <a:defRPr lang="de-DE" sz="2600" b="0" u="none" strike="noStrike">
                <a:solidFill>
                  <a:schemeClr val="dk1"/>
                </a:solidFill>
                <a:effectLst/>
                <a:uFillTx/>
                <a:latin typeface="Times New Roman"/>
              </a:defRPr>
            </a:lvl3pPr>
            <a:lvl4pPr lvl="3" algn="l">
              <a:lnSpc>
                <a:spcPct val="100000"/>
              </a:lnSpc>
              <a:spcBef>
                <a:spcPts val="434"/>
              </a:spcBef>
              <a:buClr>
                <a:srgbClr val="000000"/>
              </a:buClr>
              <a:buFont typeface="Symbol" charset="2"/>
              <a:buChar char=""/>
              <a:defRPr lang="de-DE" sz="2170" b="0" u="none" strike="noStrike">
                <a:solidFill>
                  <a:schemeClr val="dk1"/>
                </a:solidFill>
                <a:effectLst/>
                <a:uFillTx/>
                <a:latin typeface="Times New Roman"/>
              </a:defRPr>
            </a:lvl4pPr>
            <a:lvl5pPr lvl="4" algn="l">
              <a:lnSpc>
                <a:spcPct val="100000"/>
              </a:lnSpc>
              <a:spcBef>
                <a:spcPts val="434"/>
              </a:spcBef>
              <a:buClr>
                <a:srgbClr val="000000"/>
              </a:buClr>
              <a:buFont typeface="OpenSymbol"/>
              <a:buChar char="»"/>
              <a:defRPr lang="de-DE" sz="2170" b="0" u="none" strike="noStrike">
                <a:solidFill>
                  <a:schemeClr val="dk1"/>
                </a:solidFill>
                <a:effectLst/>
                <a:uFillTx/>
                <a:latin typeface="Times New Roman"/>
              </a:defRPr>
            </a:lvl5pPr>
          </a:lstStyle>
          <a:p>
            <a:pPr marL="371520" indent="-371520" algn="l">
              <a:lnSpc>
                <a:spcPct val="100000"/>
              </a:lnSpc>
              <a:spcBef>
                <a:spcPts val="692"/>
              </a:spcBef>
              <a:buClr>
                <a:srgbClr val="000000"/>
              </a:buClr>
              <a:buFont typeface="Symbol" charset="2"/>
              <a:buChar char=""/>
            </a:pPr>
            <a:r>
              <a:rPr lang="de-DE" sz="3459" b="0" u="none" strike="noStrike">
                <a:solidFill>
                  <a:schemeClr val="dk1"/>
                </a:solidFill>
                <a:effectLst/>
                <a:uFillTx/>
                <a:latin typeface="Times New Roman"/>
              </a:rPr>
              <a:t>Textmasterformat bearbeiten</a:t>
            </a:r>
            <a:endParaRPr lang="de-DE" sz="3459" b="0" u="none" strike="noStrike">
              <a:solidFill>
                <a:schemeClr val="dk1"/>
              </a:solidFill>
              <a:effectLst/>
              <a:uFillTx/>
              <a:latin typeface="Times New Roman"/>
            </a:endParaRPr>
          </a:p>
          <a:p>
            <a:pPr marL="804960" lvl="1" indent="-309600" algn="l">
              <a:lnSpc>
                <a:spcPct val="100000"/>
              </a:lnSpc>
              <a:spcBef>
                <a:spcPts val="607"/>
              </a:spcBef>
              <a:buClr>
                <a:srgbClr val="000000"/>
              </a:buClr>
              <a:buFont typeface="Symbol" charset="2"/>
              <a:buChar char=""/>
            </a:pPr>
            <a:r>
              <a:rPr lang="de-DE" sz="3040" b="0" u="none" strike="noStrike">
                <a:solidFill>
                  <a:schemeClr val="dk1"/>
                </a:solidFill>
                <a:effectLst/>
                <a:uFillTx/>
                <a:latin typeface="Times New Roman"/>
              </a:rPr>
              <a:t>Zweite Ebene</a:t>
            </a:r>
            <a:endParaRPr lang="de-DE" sz="3040" b="0" u="none" strike="noStrike">
              <a:solidFill>
                <a:schemeClr val="dk1"/>
              </a:solidFill>
              <a:effectLst/>
              <a:uFillTx/>
              <a:latin typeface="Times New Roman"/>
            </a:endParaRPr>
          </a:p>
          <a:p>
            <a:pPr marL="1238040" lvl="2" indent="-247680" algn="l">
              <a:lnSpc>
                <a:spcPct val="100000"/>
              </a:lnSpc>
              <a:spcBef>
                <a:spcPts val="519"/>
              </a:spcBef>
              <a:buClr>
                <a:srgbClr val="000000"/>
              </a:buClr>
              <a:buFont typeface="Symbol" charset="2"/>
              <a:buChar char=""/>
            </a:pPr>
            <a:r>
              <a:rPr lang="de-DE" sz="2600" b="0" u="none" strike="noStrike">
                <a:solidFill>
                  <a:schemeClr val="dk1"/>
                </a:solidFill>
                <a:effectLst/>
                <a:uFillTx/>
                <a:latin typeface="Times New Roman"/>
              </a:rPr>
              <a:t>Dritte Ebene</a:t>
            </a:r>
            <a:endParaRPr lang="de-DE" sz="2600" b="0" u="none" strike="noStrike">
              <a:solidFill>
                <a:schemeClr val="dk1"/>
              </a:solidFill>
              <a:effectLst/>
              <a:uFillTx/>
              <a:latin typeface="Times New Roman"/>
            </a:endParaRPr>
          </a:p>
          <a:p>
            <a:pPr marL="1733400" lvl="3" indent="-247680" algn="l">
              <a:lnSpc>
                <a:spcPct val="100000"/>
              </a:lnSpc>
              <a:spcBef>
                <a:spcPts val="434"/>
              </a:spcBef>
              <a:buClr>
                <a:srgbClr val="000000"/>
              </a:buClr>
              <a:buFont typeface="Symbol" charset="2"/>
              <a:buChar char=""/>
            </a:pPr>
            <a:r>
              <a:rPr lang="de-DE" sz="2170" b="0" u="none" strike="noStrike">
                <a:solidFill>
                  <a:schemeClr val="dk1"/>
                </a:solidFill>
                <a:effectLst/>
                <a:uFillTx/>
                <a:latin typeface="Times New Roman"/>
              </a:rPr>
              <a:t>Vierte Ebene</a:t>
            </a:r>
            <a:endParaRPr lang="de-DE" sz="2170" b="0" u="none" strike="noStrike">
              <a:solidFill>
                <a:schemeClr val="dk1"/>
              </a:solidFill>
              <a:effectLst/>
              <a:uFillTx/>
              <a:latin typeface="Times New Roman"/>
            </a:endParaRPr>
          </a:p>
          <a:p>
            <a:pPr marL="2228760" lvl="4" indent="-247680" algn="l">
              <a:lnSpc>
                <a:spcPct val="100000"/>
              </a:lnSpc>
              <a:spcBef>
                <a:spcPts val="434"/>
              </a:spcBef>
              <a:buClr>
                <a:srgbClr val="000000"/>
              </a:buClr>
              <a:buFont typeface="OpenSymbol"/>
              <a:buChar char="»"/>
            </a:pPr>
            <a:r>
              <a:rPr lang="de-DE" sz="2170" b="0" u="none" strike="noStrike">
                <a:solidFill>
                  <a:schemeClr val="dk1"/>
                </a:solidFill>
                <a:effectLst/>
                <a:uFillTx/>
                <a:latin typeface="Times New Roman"/>
              </a:rPr>
              <a:t>Fünfte Ebene</a:t>
            </a:r>
            <a:endParaRPr lang="de-DE" sz="2170" b="0" u="none" strike="noStrike">
              <a:solidFill>
                <a:schemeClr val="dk1"/>
              </a:solidFill>
              <a:effectLst/>
              <a:uFillTx/>
              <a:latin typeface="Times New Roman"/>
            </a:endParaRPr>
          </a:p>
        </p:txBody>
      </p:sp>
      <p:sp>
        <p:nvSpPr>
          <p:cNvPr id="67" name="PlaceHolder 3"/>
          <p:cNvSpPr>
            <a:spLocks noGrp="1"/>
          </p:cNvSpPr>
          <p:nvPr>
            <p:ph type="dt" idx="37"/>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68" name="PlaceHolder 4"/>
          <p:cNvSpPr>
            <a:spLocks noGrp="1"/>
          </p:cNvSpPr>
          <p:nvPr>
            <p:ph type="ftr" idx="38"/>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69" name="PlaceHolder 5"/>
          <p:cNvSpPr>
            <a:spLocks noGrp="1"/>
          </p:cNvSpPr>
          <p:nvPr>
            <p:ph type="sldNum" idx="39"/>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598105F2-C493-4E64-BF35-FFEC400E6424}"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Standard 2">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7058160" y="609480"/>
            <a:ext cx="2104560" cy="5486040"/>
          </a:xfrm>
          <a:prstGeom prst="rect">
            <a:avLst/>
          </a:prstGeom>
          <a:noFill/>
          <a:ln w="0">
            <a:noFill/>
          </a:ln>
        </p:spPr>
        <p:txBody>
          <a:bodyPr numCol="1" spcCol="0" lIns="91440" tIns="45720" rIns="91440" bIns="45720" anchor="ctr" vert="eaVert">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71" name="PlaceHolder 2"/>
          <p:cNvSpPr>
            <a:spLocks noGrp="1"/>
          </p:cNvSpPr>
          <p:nvPr>
            <p:ph type="body"/>
          </p:nvPr>
        </p:nvSpPr>
        <p:spPr>
          <a:xfrm>
            <a:off x="743040" y="609480"/>
            <a:ext cx="6149520" cy="5486040"/>
          </a:xfrm>
          <a:prstGeom prst="rect">
            <a:avLst/>
          </a:prstGeom>
          <a:noFill/>
          <a:ln w="0">
            <a:noFill/>
          </a:ln>
        </p:spPr>
        <p:txBody>
          <a:bodyPr numCol="1" spcCol="0" lIns="91440" tIns="45720" rIns="91440" bIns="45720" anchor="t" vert="eaVert">
            <a:noAutofit/>
          </a:bodyPr>
          <a:lstStyle>
            <a:lvl1pPr algn="l">
              <a:lnSpc>
                <a:spcPct val="100000"/>
              </a:lnSpc>
              <a:spcBef>
                <a:spcPts val="692"/>
              </a:spcBef>
              <a:buClr>
                <a:srgbClr val="000000"/>
              </a:buClr>
              <a:buFont typeface="Symbol" charset="2"/>
              <a:buChar char=""/>
              <a:defRPr lang="de-DE" sz="3459" b="0" u="none" strike="noStrike">
                <a:solidFill>
                  <a:schemeClr val="dk1"/>
                </a:solidFill>
                <a:effectLst/>
                <a:uFillTx/>
                <a:latin typeface="Times New Roman"/>
              </a:defRPr>
            </a:lvl1pPr>
            <a:lvl2pPr lvl="1" algn="l">
              <a:lnSpc>
                <a:spcPct val="100000"/>
              </a:lnSpc>
              <a:spcBef>
                <a:spcPts val="607"/>
              </a:spcBef>
              <a:buClr>
                <a:srgbClr val="000000"/>
              </a:buClr>
              <a:buFont typeface="Symbol" charset="2"/>
              <a:buChar char=""/>
              <a:defRPr lang="de-DE" sz="3040" b="0" u="none" strike="noStrike">
                <a:solidFill>
                  <a:schemeClr val="dk1"/>
                </a:solidFill>
                <a:effectLst/>
                <a:uFillTx/>
                <a:latin typeface="Times New Roman"/>
              </a:defRPr>
            </a:lvl2pPr>
            <a:lvl3pPr lvl="2" algn="l">
              <a:lnSpc>
                <a:spcPct val="100000"/>
              </a:lnSpc>
              <a:spcBef>
                <a:spcPts val="519"/>
              </a:spcBef>
              <a:buClr>
                <a:srgbClr val="000000"/>
              </a:buClr>
              <a:buFont typeface="Symbol" charset="2"/>
              <a:buChar char=""/>
              <a:defRPr lang="de-DE" sz="2600" b="0" u="none" strike="noStrike">
                <a:solidFill>
                  <a:schemeClr val="dk1"/>
                </a:solidFill>
                <a:effectLst/>
                <a:uFillTx/>
                <a:latin typeface="Times New Roman"/>
              </a:defRPr>
            </a:lvl3pPr>
            <a:lvl4pPr lvl="3" algn="l">
              <a:lnSpc>
                <a:spcPct val="100000"/>
              </a:lnSpc>
              <a:spcBef>
                <a:spcPts val="434"/>
              </a:spcBef>
              <a:buClr>
                <a:srgbClr val="000000"/>
              </a:buClr>
              <a:buFont typeface="Symbol" charset="2"/>
              <a:buChar char=""/>
              <a:defRPr lang="de-DE" sz="2170" b="0" u="none" strike="noStrike">
                <a:solidFill>
                  <a:schemeClr val="dk1"/>
                </a:solidFill>
                <a:effectLst/>
                <a:uFillTx/>
                <a:latin typeface="Times New Roman"/>
              </a:defRPr>
            </a:lvl4pPr>
            <a:lvl5pPr lvl="4" algn="l">
              <a:lnSpc>
                <a:spcPct val="100000"/>
              </a:lnSpc>
              <a:spcBef>
                <a:spcPts val="434"/>
              </a:spcBef>
              <a:buClr>
                <a:srgbClr val="000000"/>
              </a:buClr>
              <a:buFont typeface="OpenSymbol"/>
              <a:buChar char="»"/>
              <a:defRPr lang="de-DE" sz="2170" b="0" u="none" strike="noStrike">
                <a:solidFill>
                  <a:schemeClr val="dk1"/>
                </a:solidFill>
                <a:effectLst/>
                <a:uFillTx/>
                <a:latin typeface="Times New Roman"/>
              </a:defRPr>
            </a:lvl5pPr>
          </a:lstStyle>
          <a:p>
            <a:pPr marL="371520" indent="-371520" algn="l">
              <a:lnSpc>
                <a:spcPct val="100000"/>
              </a:lnSpc>
              <a:spcBef>
                <a:spcPts val="692"/>
              </a:spcBef>
              <a:buClr>
                <a:srgbClr val="000000"/>
              </a:buClr>
              <a:buFont typeface="Symbol" charset="2"/>
              <a:buChar char=""/>
            </a:pPr>
            <a:r>
              <a:rPr lang="de-DE" sz="3459" b="0" u="none" strike="noStrike">
                <a:solidFill>
                  <a:schemeClr val="dk1"/>
                </a:solidFill>
                <a:effectLst/>
                <a:uFillTx/>
                <a:latin typeface="Times New Roman"/>
              </a:rPr>
              <a:t>Textmasterformat bearbeiten</a:t>
            </a:r>
            <a:endParaRPr lang="de-DE" sz="3459" b="0" u="none" strike="noStrike">
              <a:solidFill>
                <a:schemeClr val="dk1"/>
              </a:solidFill>
              <a:effectLst/>
              <a:uFillTx/>
              <a:latin typeface="Times New Roman"/>
            </a:endParaRPr>
          </a:p>
          <a:p>
            <a:pPr marL="804960" lvl="1" indent="-309600" algn="l">
              <a:lnSpc>
                <a:spcPct val="100000"/>
              </a:lnSpc>
              <a:spcBef>
                <a:spcPts val="607"/>
              </a:spcBef>
              <a:buClr>
                <a:srgbClr val="000000"/>
              </a:buClr>
              <a:buFont typeface="Symbol" charset="2"/>
              <a:buChar char=""/>
            </a:pPr>
            <a:r>
              <a:rPr lang="de-DE" sz="3040" b="0" u="none" strike="noStrike">
                <a:solidFill>
                  <a:schemeClr val="dk1"/>
                </a:solidFill>
                <a:effectLst/>
                <a:uFillTx/>
                <a:latin typeface="Times New Roman"/>
              </a:rPr>
              <a:t>Zweite Ebene</a:t>
            </a:r>
            <a:endParaRPr lang="de-DE" sz="3040" b="0" u="none" strike="noStrike">
              <a:solidFill>
                <a:schemeClr val="dk1"/>
              </a:solidFill>
              <a:effectLst/>
              <a:uFillTx/>
              <a:latin typeface="Times New Roman"/>
            </a:endParaRPr>
          </a:p>
          <a:p>
            <a:pPr marL="1238040" lvl="2" indent="-247680" algn="l">
              <a:lnSpc>
                <a:spcPct val="100000"/>
              </a:lnSpc>
              <a:spcBef>
                <a:spcPts val="519"/>
              </a:spcBef>
              <a:buClr>
                <a:srgbClr val="000000"/>
              </a:buClr>
              <a:buFont typeface="Symbol" charset="2"/>
              <a:buChar char=""/>
            </a:pPr>
            <a:r>
              <a:rPr lang="de-DE" sz="2600" b="0" u="none" strike="noStrike">
                <a:solidFill>
                  <a:schemeClr val="dk1"/>
                </a:solidFill>
                <a:effectLst/>
                <a:uFillTx/>
                <a:latin typeface="Times New Roman"/>
              </a:rPr>
              <a:t>Dritte Ebene</a:t>
            </a:r>
            <a:endParaRPr lang="de-DE" sz="2600" b="0" u="none" strike="noStrike">
              <a:solidFill>
                <a:schemeClr val="dk1"/>
              </a:solidFill>
              <a:effectLst/>
              <a:uFillTx/>
              <a:latin typeface="Times New Roman"/>
            </a:endParaRPr>
          </a:p>
          <a:p>
            <a:pPr marL="1733400" lvl="3" indent="-247680" algn="l">
              <a:lnSpc>
                <a:spcPct val="100000"/>
              </a:lnSpc>
              <a:spcBef>
                <a:spcPts val="434"/>
              </a:spcBef>
              <a:buClr>
                <a:srgbClr val="000000"/>
              </a:buClr>
              <a:buFont typeface="Symbol" charset="2"/>
              <a:buChar char=""/>
            </a:pPr>
            <a:r>
              <a:rPr lang="de-DE" sz="2170" b="0" u="none" strike="noStrike">
                <a:solidFill>
                  <a:schemeClr val="dk1"/>
                </a:solidFill>
                <a:effectLst/>
                <a:uFillTx/>
                <a:latin typeface="Times New Roman"/>
              </a:rPr>
              <a:t>Vierte Ebene</a:t>
            </a:r>
            <a:endParaRPr lang="de-DE" sz="2170" b="0" u="none" strike="noStrike">
              <a:solidFill>
                <a:schemeClr val="dk1"/>
              </a:solidFill>
              <a:effectLst/>
              <a:uFillTx/>
              <a:latin typeface="Times New Roman"/>
            </a:endParaRPr>
          </a:p>
          <a:p>
            <a:pPr marL="2228760" lvl="4" indent="-247680" algn="l">
              <a:lnSpc>
                <a:spcPct val="100000"/>
              </a:lnSpc>
              <a:spcBef>
                <a:spcPts val="434"/>
              </a:spcBef>
              <a:buClr>
                <a:srgbClr val="000000"/>
              </a:buClr>
              <a:buFont typeface="OpenSymbol"/>
              <a:buChar char="»"/>
            </a:pPr>
            <a:r>
              <a:rPr lang="de-DE" sz="2170" b="0" u="none" strike="noStrike">
                <a:solidFill>
                  <a:schemeClr val="dk1"/>
                </a:solidFill>
                <a:effectLst/>
                <a:uFillTx/>
                <a:latin typeface="Times New Roman"/>
              </a:rPr>
              <a:t>Fünfte Ebene</a:t>
            </a:r>
            <a:endParaRPr lang="de-DE" sz="2170" b="0" u="none" strike="noStrike">
              <a:solidFill>
                <a:schemeClr val="dk1"/>
              </a:solidFill>
              <a:effectLst/>
              <a:uFillTx/>
              <a:latin typeface="Times New Roman"/>
            </a:endParaRPr>
          </a:p>
        </p:txBody>
      </p:sp>
      <p:sp>
        <p:nvSpPr>
          <p:cNvPr id="72" name="PlaceHolder 3"/>
          <p:cNvSpPr>
            <a:spLocks noGrp="1"/>
          </p:cNvSpPr>
          <p:nvPr>
            <p:ph type="dt" idx="40"/>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73" name="PlaceHolder 4"/>
          <p:cNvSpPr>
            <a:spLocks noGrp="1"/>
          </p:cNvSpPr>
          <p:nvPr>
            <p:ph type="ftr" idx="41"/>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74" name="PlaceHolder 5"/>
          <p:cNvSpPr>
            <a:spLocks noGrp="1"/>
          </p:cNvSpPr>
          <p:nvPr>
            <p:ph type="sldNum" idx="42"/>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EE4AE99B-1CA8-46E6-89F2-7253FED3F826}"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3">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743040" y="609480"/>
            <a:ext cx="8419680" cy="114264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76" name="PlaceHolder 2"/>
          <p:cNvSpPr>
            <a:spLocks noGrp="1"/>
          </p:cNvSpPr>
          <p:nvPr>
            <p:ph type="body"/>
          </p:nvPr>
        </p:nvSpPr>
        <p:spPr>
          <a:xfrm>
            <a:off x="743040" y="1981080"/>
            <a:ext cx="8419680" cy="4114440"/>
          </a:xfrm>
          <a:prstGeom prst="rect">
            <a:avLst/>
          </a:prstGeom>
          <a:noFill/>
          <a:ln w="0">
            <a:noFill/>
          </a:ln>
        </p:spPr>
        <p:txBody>
          <a:bodyPr numCol="1" spcCol="0" lIns="91440" tIns="45720" rIns="91440" bIns="45720" anchor="t">
            <a:noAutofit/>
          </a:bodyPr>
          <a:lstStyle>
            <a:lvl1pPr algn="l">
              <a:lnSpc>
                <a:spcPct val="100000"/>
              </a:lnSpc>
              <a:spcBef>
                <a:spcPts val="692"/>
              </a:spcBef>
              <a:buClr>
                <a:srgbClr val="000000"/>
              </a:buClr>
              <a:buFont typeface="Symbol" charset="2"/>
              <a:buChar char=""/>
              <a:defRPr lang="de-DE" sz="3459" b="0" u="none" strike="noStrike">
                <a:solidFill>
                  <a:schemeClr val="dk1"/>
                </a:solidFill>
                <a:effectLst/>
                <a:uFillTx/>
                <a:latin typeface="Times New Roman"/>
              </a:defRPr>
            </a:lvl1pPr>
            <a:lvl2pPr lvl="1" algn="l">
              <a:lnSpc>
                <a:spcPct val="100000"/>
              </a:lnSpc>
              <a:spcBef>
                <a:spcPts val="607"/>
              </a:spcBef>
              <a:buClr>
                <a:srgbClr val="000000"/>
              </a:buClr>
              <a:buFont typeface="Symbol" charset="2"/>
              <a:buChar char=""/>
              <a:defRPr lang="de-DE" sz="3040" b="0" u="none" strike="noStrike">
                <a:solidFill>
                  <a:schemeClr val="dk1"/>
                </a:solidFill>
                <a:effectLst/>
                <a:uFillTx/>
                <a:latin typeface="Times New Roman"/>
              </a:defRPr>
            </a:lvl2pPr>
            <a:lvl3pPr lvl="2" algn="l">
              <a:lnSpc>
                <a:spcPct val="100000"/>
              </a:lnSpc>
              <a:spcBef>
                <a:spcPts val="519"/>
              </a:spcBef>
              <a:buClr>
                <a:srgbClr val="000000"/>
              </a:buClr>
              <a:buFont typeface="Symbol" charset="2"/>
              <a:buChar char=""/>
              <a:defRPr lang="de-DE" sz="2600" b="0" u="none" strike="noStrike">
                <a:solidFill>
                  <a:schemeClr val="dk1"/>
                </a:solidFill>
                <a:effectLst/>
                <a:uFillTx/>
                <a:latin typeface="Times New Roman"/>
              </a:defRPr>
            </a:lvl3pPr>
            <a:lvl4pPr lvl="3" algn="l">
              <a:lnSpc>
                <a:spcPct val="100000"/>
              </a:lnSpc>
              <a:spcBef>
                <a:spcPts val="434"/>
              </a:spcBef>
              <a:buClr>
                <a:srgbClr val="000000"/>
              </a:buClr>
              <a:buFont typeface="Symbol" charset="2"/>
              <a:buChar char=""/>
              <a:defRPr lang="de-DE" sz="2170" b="0" u="none" strike="noStrike">
                <a:solidFill>
                  <a:schemeClr val="dk1"/>
                </a:solidFill>
                <a:effectLst/>
                <a:uFillTx/>
                <a:latin typeface="Times New Roman"/>
              </a:defRPr>
            </a:lvl4pPr>
            <a:lvl5pPr lvl="4" algn="l">
              <a:lnSpc>
                <a:spcPct val="100000"/>
              </a:lnSpc>
              <a:spcBef>
                <a:spcPts val="434"/>
              </a:spcBef>
              <a:buClr>
                <a:srgbClr val="000000"/>
              </a:buClr>
              <a:buFont typeface="OpenSymbol"/>
              <a:buChar char="»"/>
              <a:defRPr lang="de-DE" sz="2170" b="0" u="none" strike="noStrike">
                <a:solidFill>
                  <a:schemeClr val="dk1"/>
                </a:solidFill>
                <a:effectLst/>
                <a:uFillTx/>
                <a:latin typeface="Times New Roman"/>
              </a:defRPr>
            </a:lvl5pPr>
          </a:lstStyle>
          <a:p>
            <a:pPr marL="371520" indent="-371520" algn="l">
              <a:lnSpc>
                <a:spcPct val="100000"/>
              </a:lnSpc>
              <a:spcBef>
                <a:spcPts val="692"/>
              </a:spcBef>
              <a:buClr>
                <a:srgbClr val="000000"/>
              </a:buClr>
              <a:buFont typeface="Symbol" charset="2"/>
              <a:buChar char=""/>
            </a:pPr>
            <a:r>
              <a:rPr lang="de-DE" sz="3459" b="0" u="none" strike="noStrike">
                <a:solidFill>
                  <a:schemeClr val="dk1"/>
                </a:solidFill>
                <a:effectLst/>
                <a:uFillTx/>
                <a:latin typeface="Times New Roman"/>
              </a:rPr>
              <a:t>Textmasterformat bearbeiten</a:t>
            </a:r>
            <a:endParaRPr lang="de-DE" sz="3459" b="0" u="none" strike="noStrike">
              <a:solidFill>
                <a:schemeClr val="dk1"/>
              </a:solidFill>
              <a:effectLst/>
              <a:uFillTx/>
              <a:latin typeface="Times New Roman"/>
            </a:endParaRPr>
          </a:p>
          <a:p>
            <a:pPr marL="804960" lvl="1" indent="-309600" algn="l">
              <a:lnSpc>
                <a:spcPct val="100000"/>
              </a:lnSpc>
              <a:spcBef>
                <a:spcPts val="607"/>
              </a:spcBef>
              <a:buClr>
                <a:srgbClr val="000000"/>
              </a:buClr>
              <a:buFont typeface="Symbol" charset="2"/>
              <a:buChar char=""/>
            </a:pPr>
            <a:r>
              <a:rPr lang="de-DE" sz="3040" b="0" u="none" strike="noStrike">
                <a:solidFill>
                  <a:schemeClr val="dk1"/>
                </a:solidFill>
                <a:effectLst/>
                <a:uFillTx/>
                <a:latin typeface="Times New Roman"/>
              </a:rPr>
              <a:t>Zweite Ebene</a:t>
            </a:r>
            <a:endParaRPr lang="de-DE" sz="3040" b="0" u="none" strike="noStrike">
              <a:solidFill>
                <a:schemeClr val="dk1"/>
              </a:solidFill>
              <a:effectLst/>
              <a:uFillTx/>
              <a:latin typeface="Times New Roman"/>
            </a:endParaRPr>
          </a:p>
          <a:p>
            <a:pPr marL="1238040" lvl="2" indent="-247680" algn="l">
              <a:lnSpc>
                <a:spcPct val="100000"/>
              </a:lnSpc>
              <a:spcBef>
                <a:spcPts val="519"/>
              </a:spcBef>
              <a:buClr>
                <a:srgbClr val="000000"/>
              </a:buClr>
              <a:buFont typeface="Symbol" charset="2"/>
              <a:buChar char=""/>
            </a:pPr>
            <a:r>
              <a:rPr lang="de-DE" sz="2600" b="0" u="none" strike="noStrike">
                <a:solidFill>
                  <a:schemeClr val="dk1"/>
                </a:solidFill>
                <a:effectLst/>
                <a:uFillTx/>
                <a:latin typeface="Times New Roman"/>
              </a:rPr>
              <a:t>Dritte Ebene</a:t>
            </a:r>
            <a:endParaRPr lang="de-DE" sz="2600" b="0" u="none" strike="noStrike">
              <a:solidFill>
                <a:schemeClr val="dk1"/>
              </a:solidFill>
              <a:effectLst/>
              <a:uFillTx/>
              <a:latin typeface="Times New Roman"/>
            </a:endParaRPr>
          </a:p>
          <a:p>
            <a:pPr marL="1733400" lvl="3" indent="-247680" algn="l">
              <a:lnSpc>
                <a:spcPct val="100000"/>
              </a:lnSpc>
              <a:spcBef>
                <a:spcPts val="434"/>
              </a:spcBef>
              <a:buClr>
                <a:srgbClr val="000000"/>
              </a:buClr>
              <a:buFont typeface="Symbol" charset="2"/>
              <a:buChar char=""/>
            </a:pPr>
            <a:r>
              <a:rPr lang="de-DE" sz="2170" b="0" u="none" strike="noStrike">
                <a:solidFill>
                  <a:schemeClr val="dk1"/>
                </a:solidFill>
                <a:effectLst/>
                <a:uFillTx/>
                <a:latin typeface="Times New Roman"/>
              </a:rPr>
              <a:t>Vierte Ebene</a:t>
            </a:r>
            <a:endParaRPr lang="de-DE" sz="2170" b="0" u="none" strike="noStrike">
              <a:solidFill>
                <a:schemeClr val="dk1"/>
              </a:solidFill>
              <a:effectLst/>
              <a:uFillTx/>
              <a:latin typeface="Times New Roman"/>
            </a:endParaRPr>
          </a:p>
          <a:p>
            <a:pPr marL="2228760" lvl="4" indent="-247680" algn="l">
              <a:lnSpc>
                <a:spcPct val="100000"/>
              </a:lnSpc>
              <a:spcBef>
                <a:spcPts val="434"/>
              </a:spcBef>
              <a:buClr>
                <a:srgbClr val="000000"/>
              </a:buClr>
              <a:buFont typeface="OpenSymbol"/>
              <a:buChar char="»"/>
            </a:pPr>
            <a:r>
              <a:rPr lang="de-DE" sz="2170" b="0" u="none" strike="noStrike">
                <a:solidFill>
                  <a:schemeClr val="dk1"/>
                </a:solidFill>
                <a:effectLst/>
                <a:uFillTx/>
                <a:latin typeface="Times New Roman"/>
              </a:rPr>
              <a:t>Fünfte Ebene</a:t>
            </a:r>
            <a:endParaRPr lang="de-DE" sz="2170" b="0" u="none" strike="noStrike">
              <a:solidFill>
                <a:schemeClr val="dk1"/>
              </a:solidFill>
              <a:effectLst/>
              <a:uFillTx/>
              <a:latin typeface="Times New Roman"/>
            </a:endParaRPr>
          </a:p>
        </p:txBody>
      </p:sp>
      <p:sp>
        <p:nvSpPr>
          <p:cNvPr id="77" name="PlaceHolder 3"/>
          <p:cNvSpPr>
            <a:spLocks noGrp="1"/>
          </p:cNvSpPr>
          <p:nvPr>
            <p:ph type="dt" idx="43"/>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78" name="PlaceHolder 4"/>
          <p:cNvSpPr>
            <a:spLocks noGrp="1"/>
          </p:cNvSpPr>
          <p:nvPr>
            <p:ph type="ftr" idx="44"/>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79" name="PlaceHolder 5"/>
          <p:cNvSpPr>
            <a:spLocks noGrp="1"/>
          </p:cNvSpPr>
          <p:nvPr>
            <p:ph type="sldNum" idx="45"/>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FF7DA510-9C67-44F2-8BCF-CE458BF12FD8}"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4">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82640" y="4406760"/>
            <a:ext cx="8419680" cy="1361880"/>
          </a:xfrm>
          <a:prstGeom prst="rect">
            <a:avLst/>
          </a:prstGeom>
          <a:noFill/>
          <a:ln w="0">
            <a:noFill/>
          </a:ln>
        </p:spPr>
        <p:txBody>
          <a:bodyPr numCol="1" spcCol="0" lIns="91440" tIns="45720" rIns="91440" bIns="45720" anchor="t">
            <a:noAutofit/>
          </a:bodyPr>
          <a:lstStyle>
            <a:lvl1pPr indent="0" algn="l">
              <a:lnSpc>
                <a:spcPct val="100000"/>
              </a:lnSpc>
              <a:buNone/>
              <a:defRPr lang="de-DE" sz="4330" b="1" u="none" strike="noStrike" cap="all">
                <a:solidFill>
                  <a:schemeClr val="dk2"/>
                </a:solidFill>
                <a:effectLst/>
                <a:uFillTx/>
                <a:latin typeface="Times New Roman"/>
              </a:defRPr>
            </a:lvl1pPr>
          </a:lstStyle>
          <a:p>
            <a:pPr indent="0" algn="l">
              <a:lnSpc>
                <a:spcPct val="100000"/>
              </a:lnSpc>
              <a:buNone/>
            </a:pPr>
            <a:r>
              <a:rPr lang="de-DE" sz="4330" b="1" u="none" strike="noStrike" cap="all">
                <a:solidFill>
                  <a:schemeClr val="dk2"/>
                </a:solidFill>
                <a:effectLst/>
                <a:uFillTx/>
                <a:latin typeface="Times New Roman"/>
              </a:rPr>
              <a:t>Titelmasterformat durch Klicken bearbeiten</a:t>
            </a:r>
            <a:endParaRPr lang="de-DE" sz="4330" b="1" u="none" strike="noStrike" cap="all">
              <a:solidFill>
                <a:schemeClr val="dk2"/>
              </a:solidFill>
              <a:effectLst/>
              <a:uFillTx/>
              <a:latin typeface="Times New Roman"/>
            </a:endParaRPr>
          </a:p>
        </p:txBody>
      </p:sp>
      <p:sp>
        <p:nvSpPr>
          <p:cNvPr id="81" name="PlaceHolder 2"/>
          <p:cNvSpPr>
            <a:spLocks noGrp="1"/>
          </p:cNvSpPr>
          <p:nvPr>
            <p:ph type="body"/>
          </p:nvPr>
        </p:nvSpPr>
        <p:spPr>
          <a:xfrm>
            <a:off x="782640" y="2906640"/>
            <a:ext cx="8419680" cy="1499760"/>
          </a:xfrm>
          <a:prstGeom prst="rect">
            <a:avLst/>
          </a:prstGeom>
          <a:noFill/>
          <a:ln w="0">
            <a:noFill/>
          </a:ln>
        </p:spPr>
        <p:txBody>
          <a:bodyPr numCol="1" spcCol="0" lIns="91440" tIns="45720" rIns="91440" bIns="45720" anchor="b">
            <a:noAutofit/>
          </a:bodyPr>
          <a:lstStyle>
            <a:lvl1pPr indent="0" algn="l">
              <a:lnSpc>
                <a:spcPct val="100000"/>
              </a:lnSpc>
              <a:spcBef>
                <a:spcPts val="434"/>
              </a:spcBef>
              <a:buNone/>
              <a:tabLst>
                <a:tab pos="0" algn="l"/>
              </a:tabLst>
              <a:defRPr lang="de-DE" sz="2170" b="0" u="none" strike="noStrike">
                <a:solidFill>
                  <a:schemeClr val="dk1"/>
                </a:solidFill>
                <a:effectLst/>
                <a:uFillTx/>
                <a:latin typeface="Times New Roman"/>
              </a:defRPr>
            </a:lvl1pPr>
          </a:lstStyle>
          <a:p>
            <a:pPr indent="0" algn="l">
              <a:lnSpc>
                <a:spcPct val="100000"/>
              </a:lnSpc>
              <a:spcBef>
                <a:spcPts val="434"/>
              </a:spcBef>
              <a:buNone/>
              <a:tabLst>
                <a:tab pos="0" algn="l"/>
              </a:tabLst>
            </a:pPr>
            <a:r>
              <a:rPr lang="de-DE" sz="2170" b="0" u="none" strike="noStrike">
                <a:solidFill>
                  <a:schemeClr val="dk1"/>
                </a:solidFill>
                <a:effectLst/>
                <a:uFillTx/>
                <a:latin typeface="Times New Roman"/>
              </a:rPr>
              <a:t>Textmasterformat bearbeiten</a:t>
            </a:r>
            <a:endParaRPr lang="de-DE" sz="2170" b="0" u="none" strike="noStrike">
              <a:solidFill>
                <a:schemeClr val="dk1"/>
              </a:solidFill>
              <a:effectLst/>
              <a:uFillTx/>
              <a:latin typeface="Times New Roman"/>
            </a:endParaRPr>
          </a:p>
        </p:txBody>
      </p:sp>
      <p:sp>
        <p:nvSpPr>
          <p:cNvPr id="82" name="PlaceHolder 3"/>
          <p:cNvSpPr>
            <a:spLocks noGrp="1"/>
          </p:cNvSpPr>
          <p:nvPr>
            <p:ph type="dt" idx="46"/>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83" name="PlaceHolder 4"/>
          <p:cNvSpPr>
            <a:spLocks noGrp="1"/>
          </p:cNvSpPr>
          <p:nvPr>
            <p:ph type="ftr" idx="47"/>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84" name="PlaceHolder 5"/>
          <p:cNvSpPr>
            <a:spLocks noGrp="1"/>
          </p:cNvSpPr>
          <p:nvPr>
            <p:ph type="sldNum" idx="48"/>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CE36EFBC-C0F1-4899-8F17-00F7881204B2}"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5">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43040" y="609480"/>
            <a:ext cx="8419680" cy="114264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86" name="PlaceHolder 2"/>
          <p:cNvSpPr>
            <a:spLocks noGrp="1"/>
          </p:cNvSpPr>
          <p:nvPr>
            <p:ph type="body"/>
          </p:nvPr>
        </p:nvSpPr>
        <p:spPr>
          <a:xfrm>
            <a:off x="743040" y="1981080"/>
            <a:ext cx="4127040" cy="4114440"/>
          </a:xfrm>
          <a:prstGeom prst="rect">
            <a:avLst/>
          </a:prstGeom>
          <a:noFill/>
          <a:ln w="0">
            <a:noFill/>
          </a:ln>
        </p:spPr>
        <p:txBody>
          <a:bodyPr numCol="1" spcCol="0" lIns="91440" tIns="45720" rIns="91440" bIns="45720" anchor="t">
            <a:noAutofit/>
          </a:bodyPr>
          <a:lstStyle>
            <a:lvl1pPr algn="l">
              <a:lnSpc>
                <a:spcPct val="100000"/>
              </a:lnSpc>
              <a:spcBef>
                <a:spcPts val="607"/>
              </a:spcBef>
              <a:buClr>
                <a:srgbClr val="000000"/>
              </a:buClr>
              <a:buFont typeface="Symbol" charset="2"/>
              <a:buChar char=""/>
              <a:defRPr lang="de-DE" sz="3040" b="0" u="none" strike="noStrike">
                <a:solidFill>
                  <a:schemeClr val="dk1"/>
                </a:solidFill>
                <a:effectLst/>
                <a:uFillTx/>
                <a:latin typeface="Times New Roman"/>
              </a:defRPr>
            </a:lvl1pPr>
            <a:lvl2pPr lvl="1" algn="l">
              <a:lnSpc>
                <a:spcPct val="100000"/>
              </a:lnSpc>
              <a:spcBef>
                <a:spcPts val="519"/>
              </a:spcBef>
              <a:buClr>
                <a:srgbClr val="000000"/>
              </a:buClr>
              <a:buFont typeface="Symbol" charset="2"/>
              <a:buChar char=""/>
              <a:defRPr lang="de-DE" sz="2600" b="0" u="none" strike="noStrike">
                <a:solidFill>
                  <a:schemeClr val="dk1"/>
                </a:solidFill>
                <a:effectLst/>
                <a:uFillTx/>
                <a:latin typeface="Times New Roman"/>
              </a:defRPr>
            </a:lvl2pPr>
            <a:lvl3pPr lvl="2" algn="l">
              <a:lnSpc>
                <a:spcPct val="100000"/>
              </a:lnSpc>
              <a:spcBef>
                <a:spcPts val="434"/>
              </a:spcBef>
              <a:buClr>
                <a:srgbClr val="000000"/>
              </a:buClr>
              <a:buFont typeface="Symbol" charset="2"/>
              <a:buChar char=""/>
              <a:defRPr lang="de-DE" sz="2170" b="0" u="none" strike="noStrike">
                <a:solidFill>
                  <a:schemeClr val="dk1"/>
                </a:solidFill>
                <a:effectLst/>
                <a:uFillTx/>
                <a:latin typeface="Times New Roman"/>
              </a:defRPr>
            </a:lvl3pPr>
            <a:lvl4pPr lvl="3" algn="l">
              <a:lnSpc>
                <a:spcPct val="100000"/>
              </a:lnSpc>
              <a:spcBef>
                <a:spcPts val="391"/>
              </a:spcBef>
              <a:buClr>
                <a:srgbClr val="000000"/>
              </a:buClr>
              <a:buFont typeface="Symbol" charset="2"/>
              <a:buChar char=""/>
              <a:defRPr lang="de-DE" sz="1950" b="0" u="none" strike="noStrike">
                <a:solidFill>
                  <a:schemeClr val="dk1"/>
                </a:solidFill>
                <a:effectLst/>
                <a:uFillTx/>
                <a:latin typeface="Times New Roman"/>
              </a:defRPr>
            </a:lvl4pPr>
            <a:lvl5pPr lvl="4" algn="l">
              <a:lnSpc>
                <a:spcPct val="100000"/>
              </a:lnSpc>
              <a:spcBef>
                <a:spcPts val="391"/>
              </a:spcBef>
              <a:buClr>
                <a:srgbClr val="000000"/>
              </a:buClr>
              <a:buFont typeface="OpenSymbol"/>
              <a:buChar char="»"/>
              <a:defRPr lang="de-DE" sz="1950" b="0" u="none" strike="noStrike">
                <a:solidFill>
                  <a:schemeClr val="dk1"/>
                </a:solidFill>
                <a:effectLst/>
                <a:uFillTx/>
                <a:latin typeface="Times New Roman"/>
              </a:defRPr>
            </a:lvl5pPr>
          </a:lstStyle>
          <a:p>
            <a:pPr marL="371520" indent="-371520" algn="l">
              <a:lnSpc>
                <a:spcPct val="100000"/>
              </a:lnSpc>
              <a:spcBef>
                <a:spcPts val="607"/>
              </a:spcBef>
              <a:buClr>
                <a:srgbClr val="000000"/>
              </a:buClr>
              <a:buFont typeface="Symbol" charset="2"/>
              <a:buChar char=""/>
            </a:pPr>
            <a:r>
              <a:rPr lang="de-DE" sz="3040" b="0" u="none" strike="noStrike">
                <a:solidFill>
                  <a:schemeClr val="dk1"/>
                </a:solidFill>
                <a:effectLst/>
                <a:uFillTx/>
                <a:latin typeface="Times New Roman"/>
              </a:rPr>
              <a:t>Textmasterformat bearbeiten</a:t>
            </a:r>
            <a:endParaRPr lang="de-DE" sz="3040" b="0" u="none" strike="noStrike">
              <a:solidFill>
                <a:schemeClr val="dk1"/>
              </a:solidFill>
              <a:effectLst/>
              <a:uFillTx/>
              <a:latin typeface="Times New Roman"/>
            </a:endParaRPr>
          </a:p>
          <a:p>
            <a:pPr marL="804960" lvl="1" indent="-309600" algn="l">
              <a:lnSpc>
                <a:spcPct val="100000"/>
              </a:lnSpc>
              <a:spcBef>
                <a:spcPts val="519"/>
              </a:spcBef>
              <a:buClr>
                <a:srgbClr val="000000"/>
              </a:buClr>
              <a:buFont typeface="Symbol" charset="2"/>
              <a:buChar char=""/>
            </a:pPr>
            <a:r>
              <a:rPr lang="de-DE" sz="2600" b="0" u="none" strike="noStrike">
                <a:solidFill>
                  <a:schemeClr val="dk1"/>
                </a:solidFill>
                <a:effectLst/>
                <a:uFillTx/>
                <a:latin typeface="Times New Roman"/>
              </a:rPr>
              <a:t>Zweite Ebene</a:t>
            </a:r>
            <a:endParaRPr lang="de-DE" sz="2600" b="0" u="none" strike="noStrike">
              <a:solidFill>
                <a:schemeClr val="dk1"/>
              </a:solidFill>
              <a:effectLst/>
              <a:uFillTx/>
              <a:latin typeface="Times New Roman"/>
            </a:endParaRPr>
          </a:p>
          <a:p>
            <a:pPr marL="1238040" lvl="2" indent="-247680" algn="l">
              <a:lnSpc>
                <a:spcPct val="100000"/>
              </a:lnSpc>
              <a:spcBef>
                <a:spcPts val="434"/>
              </a:spcBef>
              <a:buClr>
                <a:srgbClr val="000000"/>
              </a:buClr>
              <a:buFont typeface="Symbol" charset="2"/>
              <a:buChar char=""/>
            </a:pPr>
            <a:r>
              <a:rPr lang="de-DE" sz="2170" b="0" u="none" strike="noStrike">
                <a:solidFill>
                  <a:schemeClr val="dk1"/>
                </a:solidFill>
                <a:effectLst/>
                <a:uFillTx/>
                <a:latin typeface="Times New Roman"/>
              </a:rPr>
              <a:t>Dritte Ebene</a:t>
            </a:r>
            <a:endParaRPr lang="de-DE" sz="2170" b="0" u="none" strike="noStrike">
              <a:solidFill>
                <a:schemeClr val="dk1"/>
              </a:solidFill>
              <a:effectLst/>
              <a:uFillTx/>
              <a:latin typeface="Times New Roman"/>
            </a:endParaRPr>
          </a:p>
          <a:p>
            <a:pPr marL="1733400" lvl="3" indent="-247680" algn="l">
              <a:lnSpc>
                <a:spcPct val="100000"/>
              </a:lnSpc>
              <a:spcBef>
                <a:spcPts val="391"/>
              </a:spcBef>
              <a:buClr>
                <a:srgbClr val="000000"/>
              </a:buClr>
              <a:buFont typeface="Symbol" charset="2"/>
              <a:buChar char=""/>
            </a:pPr>
            <a:r>
              <a:rPr lang="de-DE" sz="1950" b="0" u="none" strike="noStrike">
                <a:solidFill>
                  <a:schemeClr val="dk1"/>
                </a:solidFill>
                <a:effectLst/>
                <a:uFillTx/>
                <a:latin typeface="Times New Roman"/>
              </a:rPr>
              <a:t>Vierte Ebene</a:t>
            </a:r>
            <a:endParaRPr lang="de-DE" sz="1950" b="0" u="none" strike="noStrike">
              <a:solidFill>
                <a:schemeClr val="dk1"/>
              </a:solidFill>
              <a:effectLst/>
              <a:uFillTx/>
              <a:latin typeface="Times New Roman"/>
            </a:endParaRPr>
          </a:p>
          <a:p>
            <a:pPr marL="2228760" lvl="4" indent="-247680" algn="l">
              <a:lnSpc>
                <a:spcPct val="100000"/>
              </a:lnSpc>
              <a:spcBef>
                <a:spcPts val="391"/>
              </a:spcBef>
              <a:buClr>
                <a:srgbClr val="000000"/>
              </a:buClr>
              <a:buFont typeface="OpenSymbol"/>
              <a:buChar char="»"/>
            </a:pPr>
            <a:r>
              <a:rPr lang="de-DE" sz="1950" b="0" u="none" strike="noStrike">
                <a:solidFill>
                  <a:schemeClr val="dk1"/>
                </a:solidFill>
                <a:effectLst/>
                <a:uFillTx/>
                <a:latin typeface="Times New Roman"/>
              </a:rPr>
              <a:t>Fünfte Ebene</a:t>
            </a:r>
            <a:endParaRPr lang="de-DE" sz="1950" b="0" u="none" strike="noStrike">
              <a:solidFill>
                <a:schemeClr val="dk1"/>
              </a:solidFill>
              <a:effectLst/>
              <a:uFillTx/>
              <a:latin typeface="Times New Roman"/>
            </a:endParaRPr>
          </a:p>
        </p:txBody>
      </p:sp>
      <p:sp>
        <p:nvSpPr>
          <p:cNvPr id="87" name="PlaceHolder 3"/>
          <p:cNvSpPr>
            <a:spLocks noGrp="1"/>
          </p:cNvSpPr>
          <p:nvPr>
            <p:ph type="body"/>
          </p:nvPr>
        </p:nvSpPr>
        <p:spPr>
          <a:xfrm>
            <a:off x="5035680" y="1981080"/>
            <a:ext cx="4127040" cy="4114440"/>
          </a:xfrm>
          <a:prstGeom prst="rect">
            <a:avLst/>
          </a:prstGeom>
          <a:noFill/>
          <a:ln w="0">
            <a:noFill/>
          </a:ln>
        </p:spPr>
        <p:txBody>
          <a:bodyPr numCol="1" spcCol="0" lIns="91440" tIns="45720" rIns="91440" bIns="45720" anchor="t">
            <a:noAutofit/>
          </a:bodyPr>
          <a:lstStyle>
            <a:lvl1pPr algn="l">
              <a:lnSpc>
                <a:spcPct val="100000"/>
              </a:lnSpc>
              <a:spcBef>
                <a:spcPts val="607"/>
              </a:spcBef>
              <a:buClr>
                <a:srgbClr val="000000"/>
              </a:buClr>
              <a:buFont typeface="Symbol" charset="2"/>
              <a:buChar char=""/>
              <a:defRPr lang="de-DE" sz="3040" b="0" u="none" strike="noStrike">
                <a:solidFill>
                  <a:schemeClr val="dk1"/>
                </a:solidFill>
                <a:effectLst/>
                <a:uFillTx/>
                <a:latin typeface="Times New Roman"/>
              </a:defRPr>
            </a:lvl1pPr>
            <a:lvl2pPr lvl="1" algn="l">
              <a:lnSpc>
                <a:spcPct val="100000"/>
              </a:lnSpc>
              <a:spcBef>
                <a:spcPts val="519"/>
              </a:spcBef>
              <a:buClr>
                <a:srgbClr val="000000"/>
              </a:buClr>
              <a:buFont typeface="Symbol" charset="2"/>
              <a:buChar char=""/>
              <a:defRPr lang="de-DE" sz="2600" b="0" u="none" strike="noStrike">
                <a:solidFill>
                  <a:schemeClr val="dk1"/>
                </a:solidFill>
                <a:effectLst/>
                <a:uFillTx/>
                <a:latin typeface="Times New Roman"/>
              </a:defRPr>
            </a:lvl2pPr>
            <a:lvl3pPr lvl="2" algn="l">
              <a:lnSpc>
                <a:spcPct val="100000"/>
              </a:lnSpc>
              <a:spcBef>
                <a:spcPts val="434"/>
              </a:spcBef>
              <a:buClr>
                <a:srgbClr val="000000"/>
              </a:buClr>
              <a:buFont typeface="Symbol" charset="2"/>
              <a:buChar char=""/>
              <a:defRPr lang="de-DE" sz="2170" b="0" u="none" strike="noStrike">
                <a:solidFill>
                  <a:schemeClr val="dk1"/>
                </a:solidFill>
                <a:effectLst/>
                <a:uFillTx/>
                <a:latin typeface="Times New Roman"/>
              </a:defRPr>
            </a:lvl3pPr>
            <a:lvl4pPr lvl="3" algn="l">
              <a:lnSpc>
                <a:spcPct val="100000"/>
              </a:lnSpc>
              <a:spcBef>
                <a:spcPts val="391"/>
              </a:spcBef>
              <a:buClr>
                <a:srgbClr val="000000"/>
              </a:buClr>
              <a:buFont typeface="Symbol" charset="2"/>
              <a:buChar char=""/>
              <a:defRPr lang="de-DE" sz="1950" b="0" u="none" strike="noStrike">
                <a:solidFill>
                  <a:schemeClr val="dk1"/>
                </a:solidFill>
                <a:effectLst/>
                <a:uFillTx/>
                <a:latin typeface="Times New Roman"/>
              </a:defRPr>
            </a:lvl4pPr>
            <a:lvl5pPr lvl="4" algn="l">
              <a:lnSpc>
                <a:spcPct val="100000"/>
              </a:lnSpc>
              <a:spcBef>
                <a:spcPts val="391"/>
              </a:spcBef>
              <a:buClr>
                <a:srgbClr val="000000"/>
              </a:buClr>
              <a:buFont typeface="OpenSymbol"/>
              <a:buChar char="»"/>
              <a:defRPr lang="de-DE" sz="1950" b="0" u="none" strike="noStrike">
                <a:solidFill>
                  <a:schemeClr val="dk1"/>
                </a:solidFill>
                <a:effectLst/>
                <a:uFillTx/>
                <a:latin typeface="Times New Roman"/>
              </a:defRPr>
            </a:lvl5pPr>
          </a:lstStyle>
          <a:p>
            <a:pPr marL="371520" indent="-371520" algn="l">
              <a:lnSpc>
                <a:spcPct val="100000"/>
              </a:lnSpc>
              <a:spcBef>
                <a:spcPts val="607"/>
              </a:spcBef>
              <a:buClr>
                <a:srgbClr val="000000"/>
              </a:buClr>
              <a:buFont typeface="Symbol" charset="2"/>
              <a:buChar char=""/>
            </a:pPr>
            <a:r>
              <a:rPr lang="de-DE" sz="3040" b="0" u="none" strike="noStrike">
                <a:solidFill>
                  <a:schemeClr val="dk1"/>
                </a:solidFill>
                <a:effectLst/>
                <a:uFillTx/>
                <a:latin typeface="Times New Roman"/>
              </a:rPr>
              <a:t>Textmasterformat bearbeiten</a:t>
            </a:r>
            <a:endParaRPr lang="de-DE" sz="3040" b="0" u="none" strike="noStrike">
              <a:solidFill>
                <a:schemeClr val="dk1"/>
              </a:solidFill>
              <a:effectLst/>
              <a:uFillTx/>
              <a:latin typeface="Times New Roman"/>
            </a:endParaRPr>
          </a:p>
          <a:p>
            <a:pPr marL="804960" lvl="1" indent="-309600" algn="l">
              <a:lnSpc>
                <a:spcPct val="100000"/>
              </a:lnSpc>
              <a:spcBef>
                <a:spcPts val="519"/>
              </a:spcBef>
              <a:buClr>
                <a:srgbClr val="000000"/>
              </a:buClr>
              <a:buFont typeface="Symbol" charset="2"/>
              <a:buChar char=""/>
            </a:pPr>
            <a:r>
              <a:rPr lang="de-DE" sz="2600" b="0" u="none" strike="noStrike">
                <a:solidFill>
                  <a:schemeClr val="dk1"/>
                </a:solidFill>
                <a:effectLst/>
                <a:uFillTx/>
                <a:latin typeface="Times New Roman"/>
              </a:rPr>
              <a:t>Zweite Ebene</a:t>
            </a:r>
            <a:endParaRPr lang="de-DE" sz="2600" b="0" u="none" strike="noStrike">
              <a:solidFill>
                <a:schemeClr val="dk1"/>
              </a:solidFill>
              <a:effectLst/>
              <a:uFillTx/>
              <a:latin typeface="Times New Roman"/>
            </a:endParaRPr>
          </a:p>
          <a:p>
            <a:pPr marL="1238040" lvl="2" indent="-247680" algn="l">
              <a:lnSpc>
                <a:spcPct val="100000"/>
              </a:lnSpc>
              <a:spcBef>
                <a:spcPts val="434"/>
              </a:spcBef>
              <a:buClr>
                <a:srgbClr val="000000"/>
              </a:buClr>
              <a:buFont typeface="Symbol" charset="2"/>
              <a:buChar char=""/>
            </a:pPr>
            <a:r>
              <a:rPr lang="de-DE" sz="2170" b="0" u="none" strike="noStrike">
                <a:solidFill>
                  <a:schemeClr val="dk1"/>
                </a:solidFill>
                <a:effectLst/>
                <a:uFillTx/>
                <a:latin typeface="Times New Roman"/>
              </a:rPr>
              <a:t>Dritte Ebene</a:t>
            </a:r>
            <a:endParaRPr lang="de-DE" sz="2170" b="0" u="none" strike="noStrike">
              <a:solidFill>
                <a:schemeClr val="dk1"/>
              </a:solidFill>
              <a:effectLst/>
              <a:uFillTx/>
              <a:latin typeface="Times New Roman"/>
            </a:endParaRPr>
          </a:p>
          <a:p>
            <a:pPr marL="1733400" lvl="3" indent="-247680" algn="l">
              <a:lnSpc>
                <a:spcPct val="100000"/>
              </a:lnSpc>
              <a:spcBef>
                <a:spcPts val="391"/>
              </a:spcBef>
              <a:buClr>
                <a:srgbClr val="000000"/>
              </a:buClr>
              <a:buFont typeface="Symbol" charset="2"/>
              <a:buChar char=""/>
            </a:pPr>
            <a:r>
              <a:rPr lang="de-DE" sz="1950" b="0" u="none" strike="noStrike">
                <a:solidFill>
                  <a:schemeClr val="dk1"/>
                </a:solidFill>
                <a:effectLst/>
                <a:uFillTx/>
                <a:latin typeface="Times New Roman"/>
              </a:rPr>
              <a:t>Vierte Ebene</a:t>
            </a:r>
            <a:endParaRPr lang="de-DE" sz="1950" b="0" u="none" strike="noStrike">
              <a:solidFill>
                <a:schemeClr val="dk1"/>
              </a:solidFill>
              <a:effectLst/>
              <a:uFillTx/>
              <a:latin typeface="Times New Roman"/>
            </a:endParaRPr>
          </a:p>
          <a:p>
            <a:pPr marL="2228760" lvl="4" indent="-247680" algn="l">
              <a:lnSpc>
                <a:spcPct val="100000"/>
              </a:lnSpc>
              <a:spcBef>
                <a:spcPts val="391"/>
              </a:spcBef>
              <a:buClr>
                <a:srgbClr val="000000"/>
              </a:buClr>
              <a:buFont typeface="OpenSymbol"/>
              <a:buChar char="»"/>
            </a:pPr>
            <a:r>
              <a:rPr lang="de-DE" sz="1950" b="0" u="none" strike="noStrike">
                <a:solidFill>
                  <a:schemeClr val="dk1"/>
                </a:solidFill>
                <a:effectLst/>
                <a:uFillTx/>
                <a:latin typeface="Times New Roman"/>
              </a:rPr>
              <a:t>Fünfte Ebene</a:t>
            </a:r>
            <a:endParaRPr lang="de-DE" sz="1950" b="0" u="none" strike="noStrike">
              <a:solidFill>
                <a:schemeClr val="dk1"/>
              </a:solidFill>
              <a:effectLst/>
              <a:uFillTx/>
              <a:latin typeface="Times New Roman"/>
            </a:endParaRPr>
          </a:p>
        </p:txBody>
      </p:sp>
      <p:sp>
        <p:nvSpPr>
          <p:cNvPr id="88" name="PlaceHolder 4"/>
          <p:cNvSpPr>
            <a:spLocks noGrp="1"/>
          </p:cNvSpPr>
          <p:nvPr>
            <p:ph type="dt" idx="49"/>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89" name="PlaceHolder 5"/>
          <p:cNvSpPr>
            <a:spLocks noGrp="1"/>
          </p:cNvSpPr>
          <p:nvPr>
            <p:ph type="ftr" idx="50"/>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90" name="PlaceHolder 6"/>
          <p:cNvSpPr>
            <a:spLocks noGrp="1"/>
          </p:cNvSpPr>
          <p:nvPr>
            <p:ph type="sldNum" idx="51"/>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A08B4A9C-7982-4D0A-98D3-08D93AC1CAA8}"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6">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495360" y="274680"/>
            <a:ext cx="8915040" cy="114264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92" name="PlaceHolder 2"/>
          <p:cNvSpPr>
            <a:spLocks noGrp="1"/>
          </p:cNvSpPr>
          <p:nvPr>
            <p:ph type="body"/>
          </p:nvPr>
        </p:nvSpPr>
        <p:spPr>
          <a:xfrm>
            <a:off x="495360" y="1535040"/>
            <a:ext cx="4376520" cy="639360"/>
          </a:xfrm>
          <a:prstGeom prst="rect">
            <a:avLst/>
          </a:prstGeom>
          <a:noFill/>
          <a:ln w="0">
            <a:noFill/>
          </a:ln>
        </p:spPr>
        <p:txBody>
          <a:bodyPr numCol="1" spcCol="0" lIns="91440" tIns="45720" rIns="91440" bIns="45720" anchor="b">
            <a:noAutofit/>
          </a:bodyPr>
          <a:lstStyle>
            <a:lvl1pPr indent="0" algn="l">
              <a:lnSpc>
                <a:spcPct val="100000"/>
              </a:lnSpc>
              <a:spcBef>
                <a:spcPts val="519"/>
              </a:spcBef>
              <a:buNone/>
              <a:tabLst>
                <a:tab pos="0" algn="l"/>
              </a:tabLst>
              <a:defRPr lang="de-DE" sz="2600" b="1" u="none" strike="noStrike">
                <a:solidFill>
                  <a:schemeClr val="dk1"/>
                </a:solidFill>
                <a:effectLst/>
                <a:uFillTx/>
                <a:latin typeface="Times New Roman"/>
              </a:defRPr>
            </a:lvl1pPr>
          </a:lstStyle>
          <a:p>
            <a:pPr indent="0" algn="l">
              <a:lnSpc>
                <a:spcPct val="100000"/>
              </a:lnSpc>
              <a:spcBef>
                <a:spcPts val="519"/>
              </a:spcBef>
              <a:buNone/>
              <a:tabLst>
                <a:tab pos="0" algn="l"/>
              </a:tabLst>
            </a:pPr>
            <a:r>
              <a:rPr lang="de-DE" sz="2600" b="1" u="none" strike="noStrike">
                <a:solidFill>
                  <a:schemeClr val="dk1"/>
                </a:solidFill>
                <a:effectLst/>
                <a:uFillTx/>
                <a:latin typeface="Times New Roman"/>
              </a:rPr>
              <a:t>Textmasterformat bearbeiten</a:t>
            </a:r>
            <a:endParaRPr lang="de-DE" sz="2600" b="0" u="none" strike="noStrike">
              <a:solidFill>
                <a:schemeClr val="dk1"/>
              </a:solidFill>
              <a:effectLst/>
              <a:uFillTx/>
              <a:latin typeface="Times New Roman"/>
            </a:endParaRPr>
          </a:p>
        </p:txBody>
      </p:sp>
      <p:sp>
        <p:nvSpPr>
          <p:cNvPr id="93" name="PlaceHolder 3"/>
          <p:cNvSpPr>
            <a:spLocks noGrp="1"/>
          </p:cNvSpPr>
          <p:nvPr>
            <p:ph type="body"/>
          </p:nvPr>
        </p:nvSpPr>
        <p:spPr>
          <a:xfrm>
            <a:off x="495360" y="2174760"/>
            <a:ext cx="4376520" cy="3951000"/>
          </a:xfrm>
          <a:prstGeom prst="rect">
            <a:avLst/>
          </a:prstGeom>
          <a:noFill/>
          <a:ln w="0">
            <a:noFill/>
          </a:ln>
        </p:spPr>
        <p:txBody>
          <a:bodyPr numCol="1" spcCol="0" lIns="91440" tIns="45720" rIns="91440" bIns="45720" anchor="t">
            <a:noAutofit/>
          </a:bodyPr>
          <a:lstStyle>
            <a:lvl1pPr algn="l">
              <a:lnSpc>
                <a:spcPct val="100000"/>
              </a:lnSpc>
              <a:spcBef>
                <a:spcPts val="519"/>
              </a:spcBef>
              <a:buClr>
                <a:srgbClr val="000000"/>
              </a:buClr>
              <a:buFont typeface="Symbol" charset="2"/>
              <a:buChar char=""/>
              <a:tabLst>
                <a:tab pos="0" algn="l"/>
              </a:tabLst>
              <a:defRPr lang="de-DE" sz="2600" b="0" u="none" strike="noStrike">
                <a:solidFill>
                  <a:schemeClr val="dk1"/>
                </a:solidFill>
                <a:effectLst/>
                <a:uFillTx/>
                <a:latin typeface="Times New Roman"/>
              </a:defRPr>
            </a:lvl1pPr>
            <a:lvl2pPr lvl="1" algn="l">
              <a:lnSpc>
                <a:spcPct val="100000"/>
              </a:lnSpc>
              <a:spcBef>
                <a:spcPts val="434"/>
              </a:spcBef>
              <a:buClr>
                <a:srgbClr val="000000"/>
              </a:buClr>
              <a:buFont typeface="Symbol" charset="2"/>
              <a:buChar char=""/>
              <a:tabLst>
                <a:tab pos="0" algn="l"/>
              </a:tabLst>
              <a:defRPr lang="de-DE" sz="2170" b="0" u="none" strike="noStrike">
                <a:solidFill>
                  <a:schemeClr val="dk1"/>
                </a:solidFill>
                <a:effectLst/>
                <a:uFillTx/>
                <a:latin typeface="Times New Roman"/>
              </a:defRPr>
            </a:lvl2pPr>
            <a:lvl3pPr lvl="2" algn="l">
              <a:lnSpc>
                <a:spcPct val="100000"/>
              </a:lnSpc>
              <a:spcBef>
                <a:spcPts val="391"/>
              </a:spcBef>
              <a:buClr>
                <a:srgbClr val="000000"/>
              </a:buClr>
              <a:buFont typeface="Symbol" charset="2"/>
              <a:buChar char=""/>
              <a:tabLst>
                <a:tab pos="0" algn="l"/>
              </a:tabLst>
              <a:defRPr lang="de-DE" sz="1950" b="0" u="none" strike="noStrike">
                <a:solidFill>
                  <a:schemeClr val="dk1"/>
                </a:solidFill>
                <a:effectLst/>
                <a:uFillTx/>
                <a:latin typeface="Times New Roman"/>
              </a:defRPr>
            </a:lvl3pPr>
            <a:lvl4pPr lvl="3" algn="l">
              <a:lnSpc>
                <a:spcPct val="100000"/>
              </a:lnSpc>
              <a:spcBef>
                <a:spcPts val="346"/>
              </a:spcBef>
              <a:buClr>
                <a:srgbClr val="000000"/>
              </a:buClr>
              <a:buFont typeface="Symbol" charset="2"/>
              <a:buChar char=""/>
              <a:tabLst>
                <a:tab pos="0" algn="l"/>
              </a:tabLst>
              <a:defRPr lang="de-DE" sz="1729" b="0" u="none" strike="noStrike">
                <a:solidFill>
                  <a:schemeClr val="dk1"/>
                </a:solidFill>
                <a:effectLst/>
                <a:uFillTx/>
                <a:latin typeface="Times New Roman"/>
              </a:defRPr>
            </a:lvl4pPr>
            <a:lvl5pPr lvl="4" algn="l">
              <a:lnSpc>
                <a:spcPct val="100000"/>
              </a:lnSpc>
              <a:spcBef>
                <a:spcPts val="346"/>
              </a:spcBef>
              <a:buClr>
                <a:srgbClr val="000000"/>
              </a:buClr>
              <a:buFont typeface="OpenSymbol"/>
              <a:buChar char="»"/>
              <a:tabLst>
                <a:tab pos="0" algn="l"/>
              </a:tabLst>
              <a:defRPr lang="de-DE" sz="1729" b="0" u="none" strike="noStrike">
                <a:solidFill>
                  <a:schemeClr val="dk1"/>
                </a:solidFill>
                <a:effectLst/>
                <a:uFillTx/>
                <a:latin typeface="Times New Roman"/>
              </a:defRPr>
            </a:lvl5pPr>
          </a:lstStyle>
          <a:p>
            <a:pPr marL="371520" indent="-371520" algn="l">
              <a:lnSpc>
                <a:spcPct val="100000"/>
              </a:lnSpc>
              <a:spcBef>
                <a:spcPts val="519"/>
              </a:spcBef>
              <a:buClr>
                <a:srgbClr val="000000"/>
              </a:buClr>
              <a:buFont typeface="Symbol" charset="2"/>
              <a:buChar char=""/>
              <a:tabLst>
                <a:tab pos="0" algn="l"/>
              </a:tabLst>
            </a:pPr>
            <a:r>
              <a:rPr lang="de-DE" sz="2600" b="0" u="none" strike="noStrike">
                <a:solidFill>
                  <a:schemeClr val="dk1"/>
                </a:solidFill>
                <a:effectLst/>
                <a:uFillTx/>
                <a:latin typeface="Times New Roman"/>
              </a:rPr>
              <a:t>Textmasterformat bearbeiten</a:t>
            </a:r>
            <a:endParaRPr lang="de-DE" sz="2600" b="0" u="none" strike="noStrike">
              <a:solidFill>
                <a:schemeClr val="dk1"/>
              </a:solidFill>
              <a:effectLst/>
              <a:uFillTx/>
              <a:latin typeface="Times New Roman"/>
            </a:endParaRPr>
          </a:p>
          <a:p>
            <a:pPr marL="804960" lvl="1" indent="-309600" algn="l">
              <a:lnSpc>
                <a:spcPct val="100000"/>
              </a:lnSpc>
              <a:spcBef>
                <a:spcPts val="434"/>
              </a:spcBef>
              <a:buClr>
                <a:srgbClr val="000000"/>
              </a:buClr>
              <a:buFont typeface="Symbol" charset="2"/>
              <a:buChar char=""/>
              <a:tabLst>
                <a:tab pos="0" algn="l"/>
              </a:tabLst>
            </a:pPr>
            <a:r>
              <a:rPr lang="de-DE" sz="2170" b="0" u="none" strike="noStrike">
                <a:solidFill>
                  <a:schemeClr val="dk1"/>
                </a:solidFill>
                <a:effectLst/>
                <a:uFillTx/>
                <a:latin typeface="Times New Roman"/>
              </a:rPr>
              <a:t>Zweite Ebene</a:t>
            </a:r>
            <a:endParaRPr lang="de-DE" sz="2170" b="0" u="none" strike="noStrike">
              <a:solidFill>
                <a:schemeClr val="dk1"/>
              </a:solidFill>
              <a:effectLst/>
              <a:uFillTx/>
              <a:latin typeface="Times New Roman"/>
            </a:endParaRPr>
          </a:p>
          <a:p>
            <a:pPr marL="1238040" lvl="2" indent="-247680" algn="l">
              <a:lnSpc>
                <a:spcPct val="100000"/>
              </a:lnSpc>
              <a:spcBef>
                <a:spcPts val="391"/>
              </a:spcBef>
              <a:buClr>
                <a:srgbClr val="000000"/>
              </a:buClr>
              <a:buFont typeface="Symbol" charset="2"/>
              <a:buChar char=""/>
              <a:tabLst>
                <a:tab pos="0" algn="l"/>
              </a:tabLst>
            </a:pPr>
            <a:r>
              <a:rPr lang="de-DE" sz="1950" b="0" u="none" strike="noStrike">
                <a:solidFill>
                  <a:schemeClr val="dk1"/>
                </a:solidFill>
                <a:effectLst/>
                <a:uFillTx/>
                <a:latin typeface="Times New Roman"/>
              </a:rPr>
              <a:t>Dritte Ebene</a:t>
            </a:r>
            <a:endParaRPr lang="de-DE" sz="1950" b="0" u="none" strike="noStrike">
              <a:solidFill>
                <a:schemeClr val="dk1"/>
              </a:solidFill>
              <a:effectLst/>
              <a:uFillTx/>
              <a:latin typeface="Times New Roman"/>
            </a:endParaRPr>
          </a:p>
          <a:p>
            <a:pPr marL="1733400" lvl="3" indent="-247680" algn="l">
              <a:lnSpc>
                <a:spcPct val="100000"/>
              </a:lnSpc>
              <a:spcBef>
                <a:spcPts val="346"/>
              </a:spcBef>
              <a:buClr>
                <a:srgbClr val="000000"/>
              </a:buClr>
              <a:buFont typeface="Symbol" charset="2"/>
              <a:buChar char=""/>
              <a:tabLst>
                <a:tab pos="0" algn="l"/>
              </a:tabLst>
            </a:pPr>
            <a:r>
              <a:rPr lang="de-DE" sz="1729" b="0" u="none" strike="noStrike">
                <a:solidFill>
                  <a:schemeClr val="dk1"/>
                </a:solidFill>
                <a:effectLst/>
                <a:uFillTx/>
                <a:latin typeface="Times New Roman"/>
              </a:rPr>
              <a:t>Vierte Ebene</a:t>
            </a:r>
            <a:endParaRPr lang="de-DE" sz="1729" b="0" u="none" strike="noStrike">
              <a:solidFill>
                <a:schemeClr val="dk1"/>
              </a:solidFill>
              <a:effectLst/>
              <a:uFillTx/>
              <a:latin typeface="Times New Roman"/>
            </a:endParaRPr>
          </a:p>
          <a:p>
            <a:pPr marL="2228760" lvl="4" indent="-247680" algn="l">
              <a:lnSpc>
                <a:spcPct val="100000"/>
              </a:lnSpc>
              <a:spcBef>
                <a:spcPts val="346"/>
              </a:spcBef>
              <a:buClr>
                <a:srgbClr val="000000"/>
              </a:buClr>
              <a:buFont typeface="OpenSymbol"/>
              <a:buChar char="»"/>
              <a:tabLst>
                <a:tab pos="0" algn="l"/>
              </a:tabLst>
            </a:pPr>
            <a:r>
              <a:rPr lang="de-DE" sz="1729" b="0" u="none" strike="noStrike">
                <a:solidFill>
                  <a:schemeClr val="dk1"/>
                </a:solidFill>
                <a:effectLst/>
                <a:uFillTx/>
                <a:latin typeface="Times New Roman"/>
              </a:rPr>
              <a:t>Fünfte Ebene</a:t>
            </a:r>
            <a:endParaRPr lang="de-DE" sz="1729" b="0" u="none" strike="noStrike">
              <a:solidFill>
                <a:schemeClr val="dk1"/>
              </a:solidFill>
              <a:effectLst/>
              <a:uFillTx/>
              <a:latin typeface="Times New Roman"/>
            </a:endParaRPr>
          </a:p>
        </p:txBody>
      </p:sp>
      <p:sp>
        <p:nvSpPr>
          <p:cNvPr id="94" name="PlaceHolder 4"/>
          <p:cNvSpPr>
            <a:spLocks noGrp="1"/>
          </p:cNvSpPr>
          <p:nvPr>
            <p:ph type="body"/>
          </p:nvPr>
        </p:nvSpPr>
        <p:spPr>
          <a:xfrm>
            <a:off x="5032080" y="1535040"/>
            <a:ext cx="4378320" cy="639360"/>
          </a:xfrm>
          <a:prstGeom prst="rect">
            <a:avLst/>
          </a:prstGeom>
          <a:noFill/>
          <a:ln w="0">
            <a:noFill/>
          </a:ln>
        </p:spPr>
        <p:txBody>
          <a:bodyPr numCol="1" spcCol="0" lIns="91440" tIns="45720" rIns="91440" bIns="45720" anchor="b">
            <a:noAutofit/>
          </a:bodyPr>
          <a:lstStyle>
            <a:lvl1pPr indent="0" algn="l">
              <a:lnSpc>
                <a:spcPct val="100000"/>
              </a:lnSpc>
              <a:spcBef>
                <a:spcPts val="519"/>
              </a:spcBef>
              <a:buNone/>
              <a:tabLst>
                <a:tab pos="0" algn="l"/>
              </a:tabLst>
              <a:defRPr lang="de-DE" sz="2600" b="1" u="none" strike="noStrike">
                <a:solidFill>
                  <a:schemeClr val="dk1"/>
                </a:solidFill>
                <a:effectLst/>
                <a:uFillTx/>
                <a:latin typeface="Times New Roman"/>
              </a:defRPr>
            </a:lvl1pPr>
          </a:lstStyle>
          <a:p>
            <a:pPr indent="0" algn="l">
              <a:lnSpc>
                <a:spcPct val="100000"/>
              </a:lnSpc>
              <a:spcBef>
                <a:spcPts val="519"/>
              </a:spcBef>
              <a:buNone/>
              <a:tabLst>
                <a:tab pos="0" algn="l"/>
              </a:tabLst>
            </a:pPr>
            <a:r>
              <a:rPr lang="de-DE" sz="2600" b="1" u="none" strike="noStrike">
                <a:solidFill>
                  <a:schemeClr val="dk1"/>
                </a:solidFill>
                <a:effectLst/>
                <a:uFillTx/>
                <a:latin typeface="Times New Roman"/>
              </a:rPr>
              <a:t>Textmasterformat bearbeiten</a:t>
            </a:r>
            <a:endParaRPr lang="de-DE" sz="2600" b="0" u="none" strike="noStrike">
              <a:solidFill>
                <a:schemeClr val="dk1"/>
              </a:solidFill>
              <a:effectLst/>
              <a:uFillTx/>
              <a:latin typeface="Times New Roman"/>
            </a:endParaRPr>
          </a:p>
        </p:txBody>
      </p:sp>
      <p:sp>
        <p:nvSpPr>
          <p:cNvPr id="95" name="PlaceHolder 5"/>
          <p:cNvSpPr>
            <a:spLocks noGrp="1"/>
          </p:cNvSpPr>
          <p:nvPr>
            <p:ph type="body"/>
          </p:nvPr>
        </p:nvSpPr>
        <p:spPr>
          <a:xfrm>
            <a:off x="5032080" y="2174760"/>
            <a:ext cx="4378320" cy="3951000"/>
          </a:xfrm>
          <a:prstGeom prst="rect">
            <a:avLst/>
          </a:prstGeom>
          <a:noFill/>
          <a:ln w="0">
            <a:noFill/>
          </a:ln>
        </p:spPr>
        <p:txBody>
          <a:bodyPr numCol="1" spcCol="0" lIns="91440" tIns="45720" rIns="91440" bIns="45720" anchor="t">
            <a:noAutofit/>
          </a:bodyPr>
          <a:lstStyle>
            <a:lvl1pPr algn="l">
              <a:lnSpc>
                <a:spcPct val="100000"/>
              </a:lnSpc>
              <a:spcBef>
                <a:spcPts val="519"/>
              </a:spcBef>
              <a:buClr>
                <a:srgbClr val="000000"/>
              </a:buClr>
              <a:buFont typeface="Symbol" charset="2"/>
              <a:buChar char=""/>
              <a:tabLst>
                <a:tab pos="0" algn="l"/>
              </a:tabLst>
              <a:defRPr lang="de-DE" sz="2600" b="0" u="none" strike="noStrike">
                <a:solidFill>
                  <a:schemeClr val="dk1"/>
                </a:solidFill>
                <a:effectLst/>
                <a:uFillTx/>
                <a:latin typeface="Times New Roman"/>
              </a:defRPr>
            </a:lvl1pPr>
            <a:lvl2pPr lvl="1" algn="l">
              <a:lnSpc>
                <a:spcPct val="100000"/>
              </a:lnSpc>
              <a:spcBef>
                <a:spcPts val="434"/>
              </a:spcBef>
              <a:buClr>
                <a:srgbClr val="000000"/>
              </a:buClr>
              <a:buFont typeface="Symbol" charset="2"/>
              <a:buChar char=""/>
              <a:tabLst>
                <a:tab pos="0" algn="l"/>
              </a:tabLst>
              <a:defRPr lang="de-DE" sz="2170" b="0" u="none" strike="noStrike">
                <a:solidFill>
                  <a:schemeClr val="dk1"/>
                </a:solidFill>
                <a:effectLst/>
                <a:uFillTx/>
                <a:latin typeface="Times New Roman"/>
              </a:defRPr>
            </a:lvl2pPr>
            <a:lvl3pPr lvl="2" algn="l">
              <a:lnSpc>
                <a:spcPct val="100000"/>
              </a:lnSpc>
              <a:spcBef>
                <a:spcPts val="391"/>
              </a:spcBef>
              <a:buClr>
                <a:srgbClr val="000000"/>
              </a:buClr>
              <a:buFont typeface="Symbol" charset="2"/>
              <a:buChar char=""/>
              <a:tabLst>
                <a:tab pos="0" algn="l"/>
              </a:tabLst>
              <a:defRPr lang="de-DE" sz="1950" b="0" u="none" strike="noStrike">
                <a:solidFill>
                  <a:schemeClr val="dk1"/>
                </a:solidFill>
                <a:effectLst/>
                <a:uFillTx/>
                <a:latin typeface="Times New Roman"/>
              </a:defRPr>
            </a:lvl3pPr>
            <a:lvl4pPr lvl="3" algn="l">
              <a:lnSpc>
                <a:spcPct val="100000"/>
              </a:lnSpc>
              <a:spcBef>
                <a:spcPts val="346"/>
              </a:spcBef>
              <a:buClr>
                <a:srgbClr val="000000"/>
              </a:buClr>
              <a:buFont typeface="Symbol" charset="2"/>
              <a:buChar char=""/>
              <a:tabLst>
                <a:tab pos="0" algn="l"/>
              </a:tabLst>
              <a:defRPr lang="de-DE" sz="1729" b="0" u="none" strike="noStrike">
                <a:solidFill>
                  <a:schemeClr val="dk1"/>
                </a:solidFill>
                <a:effectLst/>
                <a:uFillTx/>
                <a:latin typeface="Times New Roman"/>
              </a:defRPr>
            </a:lvl4pPr>
            <a:lvl5pPr lvl="4" algn="l">
              <a:lnSpc>
                <a:spcPct val="100000"/>
              </a:lnSpc>
              <a:spcBef>
                <a:spcPts val="346"/>
              </a:spcBef>
              <a:buClr>
                <a:srgbClr val="000000"/>
              </a:buClr>
              <a:buFont typeface="OpenSymbol"/>
              <a:buChar char="»"/>
              <a:tabLst>
                <a:tab pos="0" algn="l"/>
              </a:tabLst>
              <a:defRPr lang="de-DE" sz="1729" b="0" u="none" strike="noStrike">
                <a:solidFill>
                  <a:schemeClr val="dk1"/>
                </a:solidFill>
                <a:effectLst/>
                <a:uFillTx/>
                <a:latin typeface="Times New Roman"/>
              </a:defRPr>
            </a:lvl5pPr>
          </a:lstStyle>
          <a:p>
            <a:pPr marL="371520" indent="-371520" algn="l">
              <a:lnSpc>
                <a:spcPct val="100000"/>
              </a:lnSpc>
              <a:spcBef>
                <a:spcPts val="519"/>
              </a:spcBef>
              <a:buClr>
                <a:srgbClr val="000000"/>
              </a:buClr>
              <a:buFont typeface="Symbol" charset="2"/>
              <a:buChar char=""/>
              <a:tabLst>
                <a:tab pos="0" algn="l"/>
              </a:tabLst>
            </a:pPr>
            <a:r>
              <a:rPr lang="de-DE" sz="2600" b="0" u="none" strike="noStrike">
                <a:solidFill>
                  <a:schemeClr val="dk1"/>
                </a:solidFill>
                <a:effectLst/>
                <a:uFillTx/>
                <a:latin typeface="Times New Roman"/>
              </a:rPr>
              <a:t>Textmasterformat bearbeiten</a:t>
            </a:r>
            <a:endParaRPr lang="de-DE" sz="2600" b="0" u="none" strike="noStrike">
              <a:solidFill>
                <a:schemeClr val="dk1"/>
              </a:solidFill>
              <a:effectLst/>
              <a:uFillTx/>
              <a:latin typeface="Times New Roman"/>
            </a:endParaRPr>
          </a:p>
          <a:p>
            <a:pPr marL="804960" lvl="1" indent="-309600" algn="l">
              <a:lnSpc>
                <a:spcPct val="100000"/>
              </a:lnSpc>
              <a:spcBef>
                <a:spcPts val="434"/>
              </a:spcBef>
              <a:buClr>
                <a:srgbClr val="000000"/>
              </a:buClr>
              <a:buFont typeface="Symbol" charset="2"/>
              <a:buChar char=""/>
              <a:tabLst>
                <a:tab pos="0" algn="l"/>
              </a:tabLst>
            </a:pPr>
            <a:r>
              <a:rPr lang="de-DE" sz="2170" b="0" u="none" strike="noStrike">
                <a:solidFill>
                  <a:schemeClr val="dk1"/>
                </a:solidFill>
                <a:effectLst/>
                <a:uFillTx/>
                <a:latin typeface="Times New Roman"/>
              </a:rPr>
              <a:t>Zweite Ebene</a:t>
            </a:r>
            <a:endParaRPr lang="de-DE" sz="2170" b="0" u="none" strike="noStrike">
              <a:solidFill>
                <a:schemeClr val="dk1"/>
              </a:solidFill>
              <a:effectLst/>
              <a:uFillTx/>
              <a:latin typeface="Times New Roman"/>
            </a:endParaRPr>
          </a:p>
          <a:p>
            <a:pPr marL="1238040" lvl="2" indent="-247680" algn="l">
              <a:lnSpc>
                <a:spcPct val="100000"/>
              </a:lnSpc>
              <a:spcBef>
                <a:spcPts val="391"/>
              </a:spcBef>
              <a:buClr>
                <a:srgbClr val="000000"/>
              </a:buClr>
              <a:buFont typeface="Symbol" charset="2"/>
              <a:buChar char=""/>
              <a:tabLst>
                <a:tab pos="0" algn="l"/>
              </a:tabLst>
            </a:pPr>
            <a:r>
              <a:rPr lang="de-DE" sz="1950" b="0" u="none" strike="noStrike">
                <a:solidFill>
                  <a:schemeClr val="dk1"/>
                </a:solidFill>
                <a:effectLst/>
                <a:uFillTx/>
                <a:latin typeface="Times New Roman"/>
              </a:rPr>
              <a:t>Dritte Ebene</a:t>
            </a:r>
            <a:endParaRPr lang="de-DE" sz="1950" b="0" u="none" strike="noStrike">
              <a:solidFill>
                <a:schemeClr val="dk1"/>
              </a:solidFill>
              <a:effectLst/>
              <a:uFillTx/>
              <a:latin typeface="Times New Roman"/>
            </a:endParaRPr>
          </a:p>
          <a:p>
            <a:pPr marL="1733400" lvl="3" indent="-247680" algn="l">
              <a:lnSpc>
                <a:spcPct val="100000"/>
              </a:lnSpc>
              <a:spcBef>
                <a:spcPts val="346"/>
              </a:spcBef>
              <a:buClr>
                <a:srgbClr val="000000"/>
              </a:buClr>
              <a:buFont typeface="Symbol" charset="2"/>
              <a:buChar char=""/>
              <a:tabLst>
                <a:tab pos="0" algn="l"/>
              </a:tabLst>
            </a:pPr>
            <a:r>
              <a:rPr lang="de-DE" sz="1729" b="0" u="none" strike="noStrike">
                <a:solidFill>
                  <a:schemeClr val="dk1"/>
                </a:solidFill>
                <a:effectLst/>
                <a:uFillTx/>
                <a:latin typeface="Times New Roman"/>
              </a:rPr>
              <a:t>Vierte Ebene</a:t>
            </a:r>
            <a:endParaRPr lang="de-DE" sz="1729" b="0" u="none" strike="noStrike">
              <a:solidFill>
                <a:schemeClr val="dk1"/>
              </a:solidFill>
              <a:effectLst/>
              <a:uFillTx/>
              <a:latin typeface="Times New Roman"/>
            </a:endParaRPr>
          </a:p>
          <a:p>
            <a:pPr marL="2228760" lvl="4" indent="-247680" algn="l">
              <a:lnSpc>
                <a:spcPct val="100000"/>
              </a:lnSpc>
              <a:spcBef>
                <a:spcPts val="346"/>
              </a:spcBef>
              <a:buClr>
                <a:srgbClr val="000000"/>
              </a:buClr>
              <a:buFont typeface="OpenSymbol"/>
              <a:buChar char="»"/>
              <a:tabLst>
                <a:tab pos="0" algn="l"/>
              </a:tabLst>
            </a:pPr>
            <a:r>
              <a:rPr lang="de-DE" sz="1729" b="0" u="none" strike="noStrike">
                <a:solidFill>
                  <a:schemeClr val="dk1"/>
                </a:solidFill>
                <a:effectLst/>
                <a:uFillTx/>
                <a:latin typeface="Times New Roman"/>
              </a:rPr>
              <a:t>Fünfte Ebene</a:t>
            </a:r>
            <a:endParaRPr lang="de-DE" sz="1729" b="0" u="none" strike="noStrike">
              <a:solidFill>
                <a:schemeClr val="dk1"/>
              </a:solidFill>
              <a:effectLst/>
              <a:uFillTx/>
              <a:latin typeface="Times New Roman"/>
            </a:endParaRPr>
          </a:p>
        </p:txBody>
      </p:sp>
      <p:sp>
        <p:nvSpPr>
          <p:cNvPr id="96" name="PlaceHolder 6"/>
          <p:cNvSpPr>
            <a:spLocks noGrp="1"/>
          </p:cNvSpPr>
          <p:nvPr>
            <p:ph type="dt" idx="52"/>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97" name="PlaceHolder 7"/>
          <p:cNvSpPr>
            <a:spLocks noGrp="1"/>
          </p:cNvSpPr>
          <p:nvPr>
            <p:ph type="ftr" idx="53"/>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98" name="PlaceHolder 8"/>
          <p:cNvSpPr>
            <a:spLocks noGrp="1"/>
          </p:cNvSpPr>
          <p:nvPr>
            <p:ph type="sldNum" idx="54"/>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1AE60817-89C1-4D81-950A-F6DD7AE94385}"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7">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743040" y="609480"/>
            <a:ext cx="8419680" cy="1142640"/>
          </a:xfrm>
          <a:prstGeom prst="rect">
            <a:avLst/>
          </a:prstGeom>
          <a:noFill/>
          <a:ln w="0">
            <a:noFill/>
          </a:ln>
        </p:spPr>
        <p:txBody>
          <a:bodyPr numCol="1" spcCol="0" lIns="91440" tIns="45720" rIns="91440" bIns="45720" anchor="ctr">
            <a:noAutofit/>
          </a:bodyPr>
          <a:lstStyle>
            <a:lvl1pPr indent="0" algn="ctr">
              <a:lnSpc>
                <a:spcPct val="100000"/>
              </a:lnSpc>
              <a:buNone/>
              <a:defRPr lang="de-DE" sz="4770" b="0" u="none" strike="noStrike">
                <a:solidFill>
                  <a:schemeClr val="dk2"/>
                </a:solidFill>
                <a:effectLst/>
                <a:uFillTx/>
                <a:latin typeface="Times New Roman"/>
              </a:defRPr>
            </a:lvl1pPr>
          </a:lstStyle>
          <a:p>
            <a:pPr indent="0" algn="ctr">
              <a:lnSpc>
                <a:spcPct val="100000"/>
              </a:lnSpc>
              <a:buNone/>
            </a:pPr>
            <a:r>
              <a:rPr lang="de-DE" sz="4770" b="0" u="none" strike="noStrike">
                <a:solidFill>
                  <a:schemeClr val="dk2"/>
                </a:solidFill>
                <a:effectLst/>
                <a:uFillTx/>
                <a:latin typeface="Times New Roman"/>
              </a:rPr>
              <a:t>Titelmasterformat durch Klicken bearbeiten</a:t>
            </a:r>
            <a:endParaRPr lang="de-DE" sz="4770" b="0" u="none" strike="noStrike">
              <a:solidFill>
                <a:schemeClr val="dk2"/>
              </a:solidFill>
              <a:effectLst/>
              <a:uFillTx/>
              <a:latin typeface="Times New Roman"/>
            </a:endParaRPr>
          </a:p>
        </p:txBody>
      </p:sp>
      <p:sp>
        <p:nvSpPr>
          <p:cNvPr id="100" name="PlaceHolder 2"/>
          <p:cNvSpPr>
            <a:spLocks noGrp="1"/>
          </p:cNvSpPr>
          <p:nvPr>
            <p:ph type="dt" idx="55"/>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01" name="PlaceHolder 3"/>
          <p:cNvSpPr>
            <a:spLocks noGrp="1"/>
          </p:cNvSpPr>
          <p:nvPr>
            <p:ph type="ftr" idx="56"/>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02" name="PlaceHolder 4"/>
          <p:cNvSpPr>
            <a:spLocks noGrp="1"/>
          </p:cNvSpPr>
          <p:nvPr>
            <p:ph type="sldNum" idx="57"/>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ECFBA980-A9BC-47C5-9386-AE4715C497D2}"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8">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103" name="PlaceHolder 1"/>
          <p:cNvSpPr>
            <a:spLocks noGrp="1"/>
          </p:cNvSpPr>
          <p:nvPr>
            <p:ph type="dt" idx="58"/>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04" name="PlaceHolder 2"/>
          <p:cNvSpPr>
            <a:spLocks noGrp="1"/>
          </p:cNvSpPr>
          <p:nvPr>
            <p:ph type="ftr" idx="59"/>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05" name="PlaceHolder 3"/>
          <p:cNvSpPr>
            <a:spLocks noGrp="1"/>
          </p:cNvSpPr>
          <p:nvPr>
            <p:ph type="sldNum" idx="60"/>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3320890F-6149-4E42-A61D-377043417B57}"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9">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95360" y="272880"/>
            <a:ext cx="3258720" cy="1161720"/>
          </a:xfrm>
          <a:prstGeom prst="rect">
            <a:avLst/>
          </a:prstGeom>
          <a:noFill/>
          <a:ln w="0">
            <a:noFill/>
          </a:ln>
        </p:spPr>
        <p:txBody>
          <a:bodyPr numCol="1" spcCol="0" lIns="91440" tIns="45720" rIns="91440" bIns="45720" anchor="b">
            <a:noAutofit/>
          </a:bodyPr>
          <a:lstStyle>
            <a:lvl1pPr indent="0" algn="l">
              <a:lnSpc>
                <a:spcPct val="100000"/>
              </a:lnSpc>
              <a:buNone/>
              <a:defRPr lang="de-DE" sz="2170" b="1" u="none" strike="noStrike">
                <a:solidFill>
                  <a:schemeClr val="dk2"/>
                </a:solidFill>
                <a:effectLst/>
                <a:uFillTx/>
                <a:latin typeface="Times New Roman"/>
              </a:defRPr>
            </a:lvl1pPr>
          </a:lstStyle>
          <a:p>
            <a:pPr indent="0" algn="l">
              <a:lnSpc>
                <a:spcPct val="100000"/>
              </a:lnSpc>
              <a:buNone/>
            </a:pPr>
            <a:r>
              <a:rPr lang="de-DE" sz="2170" b="1" u="none" strike="noStrike">
                <a:solidFill>
                  <a:schemeClr val="dk2"/>
                </a:solidFill>
                <a:effectLst/>
                <a:uFillTx/>
                <a:latin typeface="Times New Roman"/>
              </a:rPr>
              <a:t>Titelmasterformat durch Klicken bearbeiten</a:t>
            </a:r>
            <a:endParaRPr lang="de-DE" sz="2170" b="1" u="none" strike="noStrike">
              <a:solidFill>
                <a:schemeClr val="dk2"/>
              </a:solidFill>
              <a:effectLst/>
              <a:uFillTx/>
              <a:latin typeface="Times New Roman"/>
            </a:endParaRPr>
          </a:p>
        </p:txBody>
      </p:sp>
      <p:sp>
        <p:nvSpPr>
          <p:cNvPr id="107" name="PlaceHolder 2"/>
          <p:cNvSpPr>
            <a:spLocks noGrp="1"/>
          </p:cNvSpPr>
          <p:nvPr>
            <p:ph type="body"/>
          </p:nvPr>
        </p:nvSpPr>
        <p:spPr>
          <a:xfrm>
            <a:off x="3872880" y="272880"/>
            <a:ext cx="5537520" cy="5852880"/>
          </a:xfrm>
          <a:prstGeom prst="rect">
            <a:avLst/>
          </a:prstGeom>
          <a:noFill/>
          <a:ln w="0">
            <a:noFill/>
          </a:ln>
        </p:spPr>
        <p:txBody>
          <a:bodyPr numCol="1" spcCol="0" lIns="91440" tIns="45720" rIns="91440" bIns="45720" anchor="t">
            <a:noAutofit/>
          </a:bodyPr>
          <a:lstStyle>
            <a:lvl1pPr algn="l">
              <a:lnSpc>
                <a:spcPct val="100000"/>
              </a:lnSpc>
              <a:spcBef>
                <a:spcPts val="692"/>
              </a:spcBef>
              <a:buClr>
                <a:srgbClr val="000000"/>
              </a:buClr>
              <a:buFont typeface="Symbol" charset="2"/>
              <a:buChar char=""/>
              <a:tabLst>
                <a:tab pos="0" algn="l"/>
              </a:tabLst>
              <a:defRPr lang="de-DE" sz="3459" b="0" u="none" strike="noStrike">
                <a:solidFill>
                  <a:schemeClr val="dk1"/>
                </a:solidFill>
                <a:effectLst/>
                <a:uFillTx/>
                <a:latin typeface="Times New Roman"/>
              </a:defRPr>
            </a:lvl1pPr>
            <a:lvl2pPr lvl="1" algn="l">
              <a:lnSpc>
                <a:spcPct val="100000"/>
              </a:lnSpc>
              <a:spcBef>
                <a:spcPts val="607"/>
              </a:spcBef>
              <a:buClr>
                <a:srgbClr val="000000"/>
              </a:buClr>
              <a:buFont typeface="Symbol" charset="2"/>
              <a:buChar char=""/>
              <a:tabLst>
                <a:tab pos="0" algn="l"/>
              </a:tabLst>
              <a:defRPr lang="de-DE" sz="3040" b="0" u="none" strike="noStrike">
                <a:solidFill>
                  <a:schemeClr val="dk1"/>
                </a:solidFill>
                <a:effectLst/>
                <a:uFillTx/>
                <a:latin typeface="Times New Roman"/>
              </a:defRPr>
            </a:lvl2pPr>
            <a:lvl3pPr lvl="2" algn="l">
              <a:lnSpc>
                <a:spcPct val="100000"/>
              </a:lnSpc>
              <a:spcBef>
                <a:spcPts val="519"/>
              </a:spcBef>
              <a:buClr>
                <a:srgbClr val="000000"/>
              </a:buClr>
              <a:buFont typeface="Symbol" charset="2"/>
              <a:buChar char=""/>
              <a:tabLst>
                <a:tab pos="0" algn="l"/>
              </a:tabLst>
              <a:defRPr lang="de-DE" sz="2600" b="0" u="none" strike="noStrike">
                <a:solidFill>
                  <a:schemeClr val="dk1"/>
                </a:solidFill>
                <a:effectLst/>
                <a:uFillTx/>
                <a:latin typeface="Times New Roman"/>
              </a:defRPr>
            </a:lvl3pPr>
            <a:lvl4pPr lvl="3" algn="l">
              <a:lnSpc>
                <a:spcPct val="100000"/>
              </a:lnSpc>
              <a:spcBef>
                <a:spcPts val="434"/>
              </a:spcBef>
              <a:buClr>
                <a:srgbClr val="000000"/>
              </a:buClr>
              <a:buFont typeface="Symbol" charset="2"/>
              <a:buChar char=""/>
              <a:tabLst>
                <a:tab pos="0" algn="l"/>
              </a:tabLst>
              <a:defRPr lang="de-DE" sz="2170" b="0" u="none" strike="noStrike">
                <a:solidFill>
                  <a:schemeClr val="dk1"/>
                </a:solidFill>
                <a:effectLst/>
                <a:uFillTx/>
                <a:latin typeface="Times New Roman"/>
              </a:defRPr>
            </a:lvl4pPr>
            <a:lvl5pPr lvl="4" algn="l">
              <a:lnSpc>
                <a:spcPct val="100000"/>
              </a:lnSpc>
              <a:spcBef>
                <a:spcPts val="434"/>
              </a:spcBef>
              <a:buClr>
                <a:srgbClr val="000000"/>
              </a:buClr>
              <a:buFont typeface="OpenSymbol"/>
              <a:buChar char="»"/>
              <a:tabLst>
                <a:tab pos="0" algn="l"/>
              </a:tabLst>
              <a:defRPr lang="de-DE" sz="2170" b="0" u="none" strike="noStrike">
                <a:solidFill>
                  <a:schemeClr val="dk1"/>
                </a:solidFill>
                <a:effectLst/>
                <a:uFillTx/>
                <a:latin typeface="Times New Roman"/>
              </a:defRPr>
            </a:lvl5pPr>
          </a:lstStyle>
          <a:p>
            <a:pPr marL="371520" indent="-371520" algn="l">
              <a:lnSpc>
                <a:spcPct val="100000"/>
              </a:lnSpc>
              <a:spcBef>
                <a:spcPts val="692"/>
              </a:spcBef>
              <a:buClr>
                <a:srgbClr val="000000"/>
              </a:buClr>
              <a:buFont typeface="Symbol" charset="2"/>
              <a:buChar char=""/>
              <a:tabLst>
                <a:tab pos="0" algn="l"/>
              </a:tabLst>
            </a:pPr>
            <a:r>
              <a:rPr lang="de-DE" sz="3459" b="0" u="none" strike="noStrike">
                <a:solidFill>
                  <a:schemeClr val="dk1"/>
                </a:solidFill>
                <a:effectLst/>
                <a:uFillTx/>
                <a:latin typeface="Times New Roman"/>
              </a:rPr>
              <a:t>Textmasterformat bearbeiten</a:t>
            </a:r>
            <a:endParaRPr lang="de-DE" sz="3459" b="0" u="none" strike="noStrike">
              <a:solidFill>
                <a:schemeClr val="dk1"/>
              </a:solidFill>
              <a:effectLst/>
              <a:uFillTx/>
              <a:latin typeface="Times New Roman"/>
            </a:endParaRPr>
          </a:p>
          <a:p>
            <a:pPr marL="804960" lvl="1" indent="-309600" algn="l">
              <a:lnSpc>
                <a:spcPct val="100000"/>
              </a:lnSpc>
              <a:spcBef>
                <a:spcPts val="607"/>
              </a:spcBef>
              <a:buClr>
                <a:srgbClr val="000000"/>
              </a:buClr>
              <a:buFont typeface="Symbol" charset="2"/>
              <a:buChar char=""/>
              <a:tabLst>
                <a:tab pos="0" algn="l"/>
              </a:tabLst>
            </a:pPr>
            <a:r>
              <a:rPr lang="de-DE" sz="3040" b="0" u="none" strike="noStrike">
                <a:solidFill>
                  <a:schemeClr val="dk1"/>
                </a:solidFill>
                <a:effectLst/>
                <a:uFillTx/>
                <a:latin typeface="Times New Roman"/>
              </a:rPr>
              <a:t>Zweite Ebene</a:t>
            </a:r>
            <a:endParaRPr lang="de-DE" sz="3040" b="0" u="none" strike="noStrike">
              <a:solidFill>
                <a:schemeClr val="dk1"/>
              </a:solidFill>
              <a:effectLst/>
              <a:uFillTx/>
              <a:latin typeface="Times New Roman"/>
            </a:endParaRPr>
          </a:p>
          <a:p>
            <a:pPr marL="1238040" lvl="2" indent="-247680" algn="l">
              <a:lnSpc>
                <a:spcPct val="100000"/>
              </a:lnSpc>
              <a:spcBef>
                <a:spcPts val="519"/>
              </a:spcBef>
              <a:buClr>
                <a:srgbClr val="000000"/>
              </a:buClr>
              <a:buFont typeface="Symbol" charset="2"/>
              <a:buChar char=""/>
              <a:tabLst>
                <a:tab pos="0" algn="l"/>
              </a:tabLst>
            </a:pPr>
            <a:r>
              <a:rPr lang="de-DE" sz="2600" b="0" u="none" strike="noStrike">
                <a:solidFill>
                  <a:schemeClr val="dk1"/>
                </a:solidFill>
                <a:effectLst/>
                <a:uFillTx/>
                <a:latin typeface="Times New Roman"/>
              </a:rPr>
              <a:t>Dritte Ebene</a:t>
            </a:r>
            <a:endParaRPr lang="de-DE" sz="2600" b="0" u="none" strike="noStrike">
              <a:solidFill>
                <a:schemeClr val="dk1"/>
              </a:solidFill>
              <a:effectLst/>
              <a:uFillTx/>
              <a:latin typeface="Times New Roman"/>
            </a:endParaRPr>
          </a:p>
          <a:p>
            <a:pPr marL="1733400" lvl="3" indent="-247680" algn="l">
              <a:lnSpc>
                <a:spcPct val="100000"/>
              </a:lnSpc>
              <a:spcBef>
                <a:spcPts val="434"/>
              </a:spcBef>
              <a:buClr>
                <a:srgbClr val="000000"/>
              </a:buClr>
              <a:buFont typeface="Symbol" charset="2"/>
              <a:buChar char=""/>
              <a:tabLst>
                <a:tab pos="0" algn="l"/>
              </a:tabLst>
            </a:pPr>
            <a:r>
              <a:rPr lang="de-DE" sz="2170" b="0" u="none" strike="noStrike">
                <a:solidFill>
                  <a:schemeClr val="dk1"/>
                </a:solidFill>
                <a:effectLst/>
                <a:uFillTx/>
                <a:latin typeface="Times New Roman"/>
              </a:rPr>
              <a:t>Vierte Ebene</a:t>
            </a:r>
            <a:endParaRPr lang="de-DE" sz="2170" b="0" u="none" strike="noStrike">
              <a:solidFill>
                <a:schemeClr val="dk1"/>
              </a:solidFill>
              <a:effectLst/>
              <a:uFillTx/>
              <a:latin typeface="Times New Roman"/>
            </a:endParaRPr>
          </a:p>
          <a:p>
            <a:pPr marL="2228760" lvl="4" indent="-247680" algn="l">
              <a:lnSpc>
                <a:spcPct val="100000"/>
              </a:lnSpc>
              <a:spcBef>
                <a:spcPts val="434"/>
              </a:spcBef>
              <a:buClr>
                <a:srgbClr val="000000"/>
              </a:buClr>
              <a:buFont typeface="OpenSymbol"/>
              <a:buChar char="»"/>
              <a:tabLst>
                <a:tab pos="0" algn="l"/>
              </a:tabLst>
            </a:pPr>
            <a:r>
              <a:rPr lang="de-DE" sz="2170" b="0" u="none" strike="noStrike">
                <a:solidFill>
                  <a:schemeClr val="dk1"/>
                </a:solidFill>
                <a:effectLst/>
                <a:uFillTx/>
                <a:latin typeface="Times New Roman"/>
              </a:rPr>
              <a:t>Fünfte Ebene</a:t>
            </a:r>
            <a:endParaRPr lang="de-DE" sz="2170" b="0" u="none" strike="noStrike">
              <a:solidFill>
                <a:schemeClr val="dk1"/>
              </a:solidFill>
              <a:effectLst/>
              <a:uFillTx/>
              <a:latin typeface="Times New Roman"/>
            </a:endParaRPr>
          </a:p>
        </p:txBody>
      </p:sp>
      <p:sp>
        <p:nvSpPr>
          <p:cNvPr id="108" name="PlaceHolder 3"/>
          <p:cNvSpPr>
            <a:spLocks noGrp="1"/>
          </p:cNvSpPr>
          <p:nvPr>
            <p:ph type="body"/>
          </p:nvPr>
        </p:nvSpPr>
        <p:spPr>
          <a:xfrm>
            <a:off x="495360" y="1434960"/>
            <a:ext cx="3258720" cy="4690800"/>
          </a:xfrm>
          <a:prstGeom prst="rect">
            <a:avLst/>
          </a:prstGeom>
          <a:noFill/>
          <a:ln w="0">
            <a:noFill/>
          </a:ln>
        </p:spPr>
        <p:txBody>
          <a:bodyPr numCol="1" spcCol="0" lIns="91440" tIns="45720" rIns="91440" bIns="45720" anchor="t">
            <a:noAutofit/>
          </a:bodyPr>
          <a:lstStyle>
            <a:lvl1pPr indent="0" algn="l">
              <a:lnSpc>
                <a:spcPct val="100000"/>
              </a:lnSpc>
              <a:spcBef>
                <a:spcPts val="303"/>
              </a:spcBef>
              <a:buNone/>
              <a:tabLst>
                <a:tab pos="0" algn="l"/>
              </a:tabLst>
              <a:defRPr lang="de-DE" sz="1510" b="0" u="none" strike="noStrike">
                <a:solidFill>
                  <a:schemeClr val="dk1"/>
                </a:solidFill>
                <a:effectLst/>
                <a:uFillTx/>
                <a:latin typeface="Times New Roman"/>
              </a:defRPr>
            </a:lvl1pPr>
          </a:lstStyle>
          <a:p>
            <a:pPr indent="0" algn="l">
              <a:lnSpc>
                <a:spcPct val="100000"/>
              </a:lnSpc>
              <a:spcBef>
                <a:spcPts val="303"/>
              </a:spcBef>
              <a:buNone/>
              <a:tabLst>
                <a:tab pos="0" algn="l"/>
              </a:tabLst>
            </a:pPr>
            <a:r>
              <a:rPr lang="de-DE" sz="1510" b="0" u="none" strike="noStrike">
                <a:solidFill>
                  <a:schemeClr val="dk1"/>
                </a:solidFill>
                <a:effectLst/>
                <a:uFillTx/>
                <a:latin typeface="Times New Roman"/>
              </a:rPr>
              <a:t>Textmasterformat bearbeiten</a:t>
            </a:r>
            <a:endParaRPr lang="de-DE" sz="1510" b="0" u="none" strike="noStrike">
              <a:solidFill>
                <a:schemeClr val="dk1"/>
              </a:solidFill>
              <a:effectLst/>
              <a:uFillTx/>
              <a:latin typeface="Times New Roman"/>
            </a:endParaRPr>
          </a:p>
        </p:txBody>
      </p:sp>
      <p:sp>
        <p:nvSpPr>
          <p:cNvPr id="109" name="PlaceHolder 4"/>
          <p:cNvSpPr>
            <a:spLocks noGrp="1"/>
          </p:cNvSpPr>
          <p:nvPr>
            <p:ph type="dt" idx="61"/>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10" name="PlaceHolder 5"/>
          <p:cNvSpPr>
            <a:spLocks noGrp="1"/>
          </p:cNvSpPr>
          <p:nvPr>
            <p:ph type="ftr" idx="62"/>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11" name="PlaceHolder 6"/>
          <p:cNvSpPr>
            <a:spLocks noGrp="1"/>
          </p:cNvSpPr>
          <p:nvPr>
            <p:ph type="sldNum" idx="63"/>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DCB4E790-C381-476A-BA36-7FE35A54B815}"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0">
    <p:bg>
      <p:bgPr>
        <a:gradFill rotWithShape="0">
          <a:gsLst>
            <a:gs pos="0">
              <a:srgbClr val="0099FF"/>
            </a:gs>
            <a:gs pos="100000">
              <a:srgbClr val="C9E9FF"/>
            </a:gs>
          </a:gsLst>
          <a:lin ang="2700000"/>
        </a:gra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1941480" y="4800600"/>
            <a:ext cx="5943240" cy="566280"/>
          </a:xfrm>
          <a:prstGeom prst="rect">
            <a:avLst/>
          </a:prstGeom>
          <a:noFill/>
          <a:ln w="0">
            <a:noFill/>
          </a:ln>
        </p:spPr>
        <p:txBody>
          <a:bodyPr numCol="1" spcCol="0" lIns="91440" tIns="45720" rIns="91440" bIns="45720" anchor="b">
            <a:noAutofit/>
          </a:bodyPr>
          <a:lstStyle>
            <a:lvl1pPr indent="0" algn="l">
              <a:lnSpc>
                <a:spcPct val="100000"/>
              </a:lnSpc>
              <a:buNone/>
              <a:defRPr lang="de-DE" sz="2170" b="1" u="none" strike="noStrike">
                <a:solidFill>
                  <a:schemeClr val="dk2"/>
                </a:solidFill>
                <a:effectLst/>
                <a:uFillTx/>
                <a:latin typeface="Times New Roman"/>
              </a:defRPr>
            </a:lvl1pPr>
          </a:lstStyle>
          <a:p>
            <a:pPr indent="0" algn="l">
              <a:lnSpc>
                <a:spcPct val="100000"/>
              </a:lnSpc>
              <a:buNone/>
            </a:pPr>
            <a:r>
              <a:rPr lang="de-DE" sz="2170" b="1" u="none" strike="noStrike">
                <a:solidFill>
                  <a:schemeClr val="dk2"/>
                </a:solidFill>
                <a:effectLst/>
                <a:uFillTx/>
                <a:latin typeface="Times New Roman"/>
              </a:rPr>
              <a:t>Titelmasterformat durch Klicken bearbeiten</a:t>
            </a:r>
            <a:endParaRPr lang="de-DE" sz="2170" b="1" u="none" strike="noStrike">
              <a:solidFill>
                <a:schemeClr val="dk2"/>
              </a:solidFill>
              <a:effectLst/>
              <a:uFillTx/>
              <a:latin typeface="Times New Roman"/>
            </a:endParaRPr>
          </a:p>
        </p:txBody>
      </p:sp>
      <p:sp>
        <p:nvSpPr>
          <p:cNvPr id="113" name="PlaceHolder 2"/>
          <p:cNvSpPr>
            <a:spLocks noGrp="1"/>
          </p:cNvSpPr>
          <p:nvPr>
            <p:ph type="body"/>
          </p:nvPr>
        </p:nvSpPr>
        <p:spPr>
          <a:xfrm>
            <a:off x="1941480" y="612720"/>
            <a:ext cx="5943240" cy="4114440"/>
          </a:xfrm>
          <a:prstGeom prst="rect">
            <a:avLst/>
          </a:prstGeom>
          <a:noFill/>
          <a:ln w="0">
            <a:noFill/>
          </a:ln>
        </p:spPr>
        <p:txBody>
          <a:bodyPr lIns="90000" tIns="45000" rIns="90000" bIns="45000" anchor="t">
            <a:noAutofit/>
          </a:bodyPr>
          <a:lstStyle>
            <a:lvl1pPr algn="l">
              <a:spcBef>
                <a:spcPts val="303"/>
              </a:spcBef>
              <a:buClr>
                <a:srgbClr val="000000"/>
              </a:buClr>
              <a:buFont typeface="Symbol" charset="2"/>
              <a:buChar char=""/>
              <a:tabLst>
                <a:tab pos="0" algn="l"/>
              </a:tabLst>
              <a:defRPr lang="de-DE" sz="3459" b="0" u="none" strike="noStrike">
                <a:solidFill>
                  <a:schemeClr val="dk1"/>
                </a:solidFill>
                <a:effectLst/>
                <a:uFillTx/>
                <a:latin typeface="Times New Roman"/>
              </a:defRPr>
            </a:lvl1pPr>
            <a:lvl2pPr lvl="1" algn="l">
              <a:spcBef>
                <a:spcPts val="607"/>
              </a:spcBef>
              <a:buClr>
                <a:srgbClr val="000000"/>
              </a:buClr>
              <a:buSzPct val="75000"/>
              <a:buFont typeface="Symbol" charset="2"/>
              <a:buChar char=""/>
              <a:tabLst>
                <a:tab pos="0" algn="l"/>
              </a:tabLst>
              <a:defRPr lang="de-DE" sz="3459" b="0" u="none" strike="noStrike">
                <a:solidFill>
                  <a:schemeClr val="dk1"/>
                </a:solidFill>
                <a:effectLst/>
                <a:uFillTx/>
                <a:latin typeface="Times New Roman"/>
              </a:defRPr>
            </a:lvl2pPr>
            <a:lvl3pPr lvl="2" algn="l">
              <a:spcBef>
                <a:spcPts val="519"/>
              </a:spcBef>
              <a:buClr>
                <a:srgbClr val="000000"/>
              </a:buClr>
              <a:buSzPct val="45000"/>
              <a:buFont typeface="Wingdings" charset="2"/>
              <a:buChar char=""/>
              <a:tabLst>
                <a:tab pos="0" algn="l"/>
              </a:tabLst>
              <a:defRPr lang="de-DE" sz="3459" b="0" u="none" strike="noStrike">
                <a:solidFill>
                  <a:schemeClr val="dk1"/>
                </a:solidFill>
                <a:effectLst/>
                <a:uFillTx/>
                <a:latin typeface="Times New Roman"/>
              </a:defRPr>
            </a:lvl3pPr>
            <a:lvl4pPr lvl="3" algn="l">
              <a:spcBef>
                <a:spcPts val="434"/>
              </a:spcBef>
              <a:buClr>
                <a:srgbClr val="000000"/>
              </a:buClr>
              <a:buSzPct val="75000"/>
              <a:buFont typeface="Symbol" charset="2"/>
              <a:buChar char=""/>
              <a:tabLst>
                <a:tab pos="0" algn="l"/>
              </a:tabLst>
              <a:defRPr lang="de-DE" sz="3459" b="0" u="none" strike="noStrike">
                <a:solidFill>
                  <a:schemeClr val="dk1"/>
                </a:solidFill>
                <a:effectLst/>
                <a:uFillTx/>
                <a:latin typeface="Times New Roman"/>
              </a:defRPr>
            </a:lvl4pPr>
            <a:lvl5pPr lvl="4" algn="l">
              <a:spcBef>
                <a:spcPts val="434"/>
              </a:spcBef>
              <a:buClr>
                <a:srgbClr val="000000"/>
              </a:buClr>
              <a:buSzPct val="45000"/>
              <a:buFont typeface="Wingdings" charset="2"/>
              <a:buChar char=""/>
              <a:tabLst>
                <a:tab pos="0" algn="l"/>
              </a:tabLst>
              <a:defRPr lang="de-DE" sz="3459" b="0" u="none" strike="noStrike">
                <a:solidFill>
                  <a:schemeClr val="dk1"/>
                </a:solidFill>
                <a:effectLst/>
                <a:uFillTx/>
                <a:latin typeface="Times New Roman"/>
              </a:defRPr>
            </a:lvl5pPr>
            <a:lvl6pPr lvl="5" algn="l">
              <a:spcBef>
                <a:spcPts val="283"/>
              </a:spcBef>
              <a:buClr>
                <a:srgbClr val="000000"/>
              </a:buClr>
              <a:buSzPct val="45000"/>
              <a:buFont typeface="Wingdings" charset="2"/>
              <a:buChar char=""/>
              <a:tabLst>
                <a:tab pos="0" algn="l"/>
              </a:tabLst>
              <a:defRPr lang="de-DE" sz="3459" b="0" u="none" strike="noStrike">
                <a:solidFill>
                  <a:schemeClr val="dk1"/>
                </a:solidFill>
                <a:effectLst/>
                <a:uFillTx/>
                <a:latin typeface="Times New Roman"/>
              </a:defRPr>
            </a:lvl6pPr>
            <a:lvl7pPr lvl="6" algn="l">
              <a:spcBef>
                <a:spcPts val="283"/>
              </a:spcBef>
              <a:buClr>
                <a:srgbClr val="000000"/>
              </a:buClr>
              <a:buSzPct val="45000"/>
              <a:buFont typeface="Wingdings" charset="2"/>
              <a:buChar char=""/>
              <a:tabLst>
                <a:tab pos="0" algn="l"/>
              </a:tabLst>
              <a:defRPr lang="de-DE" sz="3459" b="0" u="none" strike="noStrike">
                <a:solidFill>
                  <a:schemeClr val="dk1"/>
                </a:solidFill>
                <a:effectLst/>
                <a:uFillTx/>
                <a:latin typeface="Times New Roman"/>
              </a:defRPr>
            </a:lvl7pPr>
          </a:lstStyle>
          <a:p>
            <a:pPr algn="l">
              <a:spcBef>
                <a:spcPts val="303"/>
              </a:spcBef>
              <a:buClr>
                <a:srgbClr val="000000"/>
              </a:buClr>
              <a:buFont typeface="Symbol" charset="2"/>
              <a:buChar char=""/>
              <a:tabLst>
                <a:tab pos="0" algn="l"/>
              </a:tabLst>
            </a:pPr>
            <a:r>
              <a:rPr lang="de-DE" sz="3459" b="0" u="none" strike="noStrike">
                <a:solidFill>
                  <a:schemeClr val="dk1"/>
                </a:solidFill>
                <a:effectLst/>
                <a:uFillTx/>
                <a:latin typeface="Times New Roman"/>
              </a:rPr>
              <a:t>Format des Gliederungstextes durch Klicken bearbeiten</a:t>
            </a:r>
            <a:endParaRPr lang="de-DE" sz="3459" b="0" u="none" strike="noStrike">
              <a:solidFill>
                <a:schemeClr val="dk1"/>
              </a:solidFill>
              <a:effectLst/>
              <a:uFillTx/>
              <a:latin typeface="Times New Roman"/>
            </a:endParaRPr>
          </a:p>
          <a:p>
            <a:pPr marL="495360" lvl="1" algn="l">
              <a:spcBef>
                <a:spcPts val="607"/>
              </a:spcBef>
              <a:buClr>
                <a:srgbClr val="000000"/>
              </a:buClr>
              <a:buSzPct val="75000"/>
              <a:buFont typeface="Symbol" charset="2"/>
              <a:buChar char=""/>
              <a:tabLst>
                <a:tab pos="0" algn="l"/>
              </a:tabLst>
            </a:pPr>
            <a:r>
              <a:rPr lang="de-DE" sz="3459" b="0" u="none" strike="noStrike">
                <a:solidFill>
                  <a:schemeClr val="dk1"/>
                </a:solidFill>
                <a:effectLst/>
                <a:uFillTx/>
                <a:latin typeface="Times New Roman"/>
              </a:rPr>
              <a:t>Zweite Gliederungsebene</a:t>
            </a:r>
            <a:endParaRPr lang="de-DE" sz="3459" b="0" u="none" strike="noStrike">
              <a:solidFill>
                <a:schemeClr val="dk1"/>
              </a:solidFill>
              <a:effectLst/>
              <a:uFillTx/>
              <a:latin typeface="Times New Roman"/>
            </a:endParaRPr>
          </a:p>
          <a:p>
            <a:pPr marL="990720" lvl="2" algn="l">
              <a:spcBef>
                <a:spcPts val="519"/>
              </a:spcBef>
              <a:buClr>
                <a:srgbClr val="000000"/>
              </a:buClr>
              <a:buSzPct val="45000"/>
              <a:buFont typeface="Wingdings" charset="2"/>
              <a:buChar char=""/>
              <a:tabLst>
                <a:tab pos="0" algn="l"/>
              </a:tabLst>
            </a:pPr>
            <a:r>
              <a:rPr lang="de-DE" sz="3459" b="0" u="none" strike="noStrike">
                <a:solidFill>
                  <a:schemeClr val="dk1"/>
                </a:solidFill>
                <a:effectLst/>
                <a:uFillTx/>
                <a:latin typeface="Times New Roman"/>
              </a:rPr>
              <a:t>Dritte Gliederungsebene</a:t>
            </a:r>
            <a:endParaRPr lang="de-DE" sz="3459" b="0" u="none" strike="noStrike">
              <a:solidFill>
                <a:schemeClr val="dk1"/>
              </a:solidFill>
              <a:effectLst/>
              <a:uFillTx/>
              <a:latin typeface="Times New Roman"/>
            </a:endParaRPr>
          </a:p>
          <a:p>
            <a:pPr marL="1485720" lvl="3" algn="l">
              <a:spcBef>
                <a:spcPts val="434"/>
              </a:spcBef>
              <a:buClr>
                <a:srgbClr val="000000"/>
              </a:buClr>
              <a:buSzPct val="75000"/>
              <a:buFont typeface="Symbol" charset="2"/>
              <a:buChar char=""/>
              <a:tabLst>
                <a:tab pos="0" algn="l"/>
              </a:tabLst>
            </a:pPr>
            <a:r>
              <a:rPr lang="de-DE" sz="3459" b="0" u="none" strike="noStrike">
                <a:solidFill>
                  <a:schemeClr val="dk1"/>
                </a:solidFill>
                <a:effectLst/>
                <a:uFillTx/>
                <a:latin typeface="Times New Roman"/>
              </a:rPr>
              <a:t>Vierte Gliederungsebene</a:t>
            </a:r>
            <a:endParaRPr lang="de-DE" sz="3459" b="0" u="none" strike="noStrike">
              <a:solidFill>
                <a:schemeClr val="dk1"/>
              </a:solidFill>
              <a:effectLst/>
              <a:uFillTx/>
              <a:latin typeface="Times New Roman"/>
            </a:endParaRPr>
          </a:p>
          <a:p>
            <a:pPr marL="1981080" lvl="4" algn="l">
              <a:spcBef>
                <a:spcPts val="434"/>
              </a:spcBef>
              <a:buClr>
                <a:srgbClr val="000000"/>
              </a:buClr>
              <a:buSzPct val="45000"/>
              <a:buFont typeface="Wingdings" charset="2"/>
              <a:buChar char=""/>
              <a:tabLst>
                <a:tab pos="0" algn="l"/>
              </a:tabLst>
            </a:pPr>
            <a:r>
              <a:rPr lang="de-DE" sz="3459" b="0" u="none" strike="noStrike">
                <a:solidFill>
                  <a:schemeClr val="dk1"/>
                </a:solidFill>
                <a:effectLst/>
                <a:uFillTx/>
                <a:latin typeface="Times New Roman"/>
              </a:rPr>
              <a:t>Fünfte Gliederungsebene</a:t>
            </a:r>
            <a:endParaRPr lang="de-DE" sz="3459" b="0" u="none" strike="noStrike">
              <a:solidFill>
                <a:schemeClr val="dk1"/>
              </a:solidFill>
              <a:effectLst/>
              <a:uFillTx/>
              <a:latin typeface="Times New Roman"/>
            </a:endParaRPr>
          </a:p>
          <a:p>
            <a:pPr marL="2476440" lvl="5" algn="l">
              <a:spcBef>
                <a:spcPts val="283"/>
              </a:spcBef>
              <a:buClr>
                <a:srgbClr val="000000"/>
              </a:buClr>
              <a:buSzPct val="45000"/>
              <a:buFont typeface="Wingdings" charset="2"/>
              <a:buChar char=""/>
              <a:tabLst>
                <a:tab pos="0" algn="l"/>
              </a:tabLst>
            </a:pPr>
            <a:r>
              <a:rPr lang="de-DE" sz="3459" b="0" u="none" strike="noStrike">
                <a:solidFill>
                  <a:schemeClr val="dk1"/>
                </a:solidFill>
                <a:effectLst/>
                <a:uFillTx/>
                <a:latin typeface="Times New Roman"/>
              </a:rPr>
              <a:t>Sechste Gliederungsebene</a:t>
            </a:r>
            <a:endParaRPr lang="de-DE" sz="3459" b="0" u="none" strike="noStrike">
              <a:solidFill>
                <a:schemeClr val="dk1"/>
              </a:solidFill>
              <a:effectLst/>
              <a:uFillTx/>
              <a:latin typeface="Times New Roman"/>
            </a:endParaRPr>
          </a:p>
          <a:p>
            <a:pPr marL="2971800" lvl="6" algn="l">
              <a:spcBef>
                <a:spcPts val="283"/>
              </a:spcBef>
              <a:buClr>
                <a:srgbClr val="000000"/>
              </a:buClr>
              <a:buSzPct val="45000"/>
              <a:buFont typeface="Wingdings" charset="2"/>
              <a:buChar char=""/>
              <a:tabLst>
                <a:tab pos="0" algn="l"/>
              </a:tabLst>
            </a:pPr>
            <a:r>
              <a:rPr lang="de-DE" sz="3459" b="0" u="none" strike="noStrike">
                <a:solidFill>
                  <a:schemeClr val="dk1"/>
                </a:solidFill>
                <a:effectLst/>
                <a:uFillTx/>
                <a:latin typeface="Times New Roman"/>
              </a:rPr>
              <a:t>Siebte Gliederungsebene</a:t>
            </a:r>
            <a:endParaRPr lang="de-DE" sz="3459" b="0" u="none" strike="noStrike">
              <a:solidFill>
                <a:schemeClr val="dk1"/>
              </a:solidFill>
              <a:effectLst/>
              <a:uFillTx/>
              <a:latin typeface="Times New Roman"/>
            </a:endParaRPr>
          </a:p>
        </p:txBody>
      </p:sp>
      <p:sp>
        <p:nvSpPr>
          <p:cNvPr id="114" name="PlaceHolder 3"/>
          <p:cNvSpPr>
            <a:spLocks noGrp="1"/>
          </p:cNvSpPr>
          <p:nvPr>
            <p:ph type="body"/>
          </p:nvPr>
        </p:nvSpPr>
        <p:spPr>
          <a:xfrm>
            <a:off x="1941480" y="5367240"/>
            <a:ext cx="5943240" cy="804600"/>
          </a:xfrm>
          <a:prstGeom prst="rect">
            <a:avLst/>
          </a:prstGeom>
          <a:noFill/>
          <a:ln w="0">
            <a:noFill/>
          </a:ln>
        </p:spPr>
        <p:txBody>
          <a:bodyPr numCol="1" spcCol="0" lIns="91440" tIns="45720" rIns="91440" bIns="45720" anchor="t">
            <a:noAutofit/>
          </a:bodyPr>
          <a:lstStyle>
            <a:lvl1pPr indent="0" algn="l">
              <a:lnSpc>
                <a:spcPct val="100000"/>
              </a:lnSpc>
              <a:spcBef>
                <a:spcPts val="303"/>
              </a:spcBef>
              <a:buNone/>
              <a:tabLst>
                <a:tab pos="0" algn="l"/>
              </a:tabLst>
              <a:defRPr lang="de-DE" sz="1510" b="0" u="none" strike="noStrike">
                <a:solidFill>
                  <a:schemeClr val="dk1"/>
                </a:solidFill>
                <a:effectLst/>
                <a:uFillTx/>
                <a:latin typeface="Times New Roman"/>
              </a:defRPr>
            </a:lvl1pPr>
          </a:lstStyle>
          <a:p>
            <a:pPr indent="0" algn="l">
              <a:lnSpc>
                <a:spcPct val="100000"/>
              </a:lnSpc>
              <a:spcBef>
                <a:spcPts val="303"/>
              </a:spcBef>
              <a:buNone/>
              <a:tabLst>
                <a:tab pos="0" algn="l"/>
              </a:tabLst>
            </a:pPr>
            <a:r>
              <a:rPr lang="de-DE" sz="1510" b="0" u="none" strike="noStrike">
                <a:solidFill>
                  <a:schemeClr val="dk1"/>
                </a:solidFill>
                <a:effectLst/>
                <a:uFillTx/>
                <a:latin typeface="Times New Roman"/>
              </a:rPr>
              <a:t>Textmasterformat bearbeiten</a:t>
            </a:r>
            <a:endParaRPr lang="de-DE" sz="1510" b="0" u="none" strike="noStrike">
              <a:solidFill>
                <a:schemeClr val="dk1"/>
              </a:solidFill>
              <a:effectLst/>
              <a:uFillTx/>
              <a:latin typeface="Times New Roman"/>
            </a:endParaRPr>
          </a:p>
        </p:txBody>
      </p:sp>
      <p:sp>
        <p:nvSpPr>
          <p:cNvPr id="115" name="PlaceHolder 4"/>
          <p:cNvSpPr>
            <a:spLocks noGrp="1"/>
          </p:cNvSpPr>
          <p:nvPr>
            <p:ph type="dt" idx="64"/>
          </p:nvPr>
        </p:nvSpPr>
        <p:spPr>
          <a:xfrm>
            <a:off x="743040" y="6248520"/>
            <a:ext cx="2063520" cy="456840"/>
          </a:xfrm>
          <a:prstGeom prst="rect">
            <a:avLst/>
          </a:prstGeom>
          <a:noFill/>
          <a:ln w="0">
            <a:noFill/>
          </a:ln>
        </p:spPr>
        <p:txBody>
          <a:bodyPr numCol="1" spcCol="0" lIns="91440" tIns="45720" rIns="91440" bIns="45720" anchor="t">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16" name="PlaceHolder 5"/>
          <p:cNvSpPr>
            <a:spLocks noGrp="1"/>
          </p:cNvSpPr>
          <p:nvPr>
            <p:ph type="ftr" idx="65"/>
          </p:nvPr>
        </p:nvSpPr>
        <p:spPr>
          <a:xfrm>
            <a:off x="3384720" y="6248520"/>
            <a:ext cx="3136680" cy="456840"/>
          </a:xfrm>
          <a:prstGeom prst="rect">
            <a:avLst/>
          </a:prstGeom>
          <a:noFill/>
          <a:ln w="0">
            <a:noFill/>
          </a:ln>
        </p:spPr>
        <p:txBody>
          <a:bodyPr numCol="1" spcCol="0" lIns="91440" tIns="45720" rIns="91440" bIns="4572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17" name="PlaceHolder 6"/>
          <p:cNvSpPr>
            <a:spLocks noGrp="1"/>
          </p:cNvSpPr>
          <p:nvPr>
            <p:ph type="sldNum" idx="66"/>
          </p:nvPr>
        </p:nvSpPr>
        <p:spPr>
          <a:xfrm>
            <a:off x="7099200" y="6248520"/>
            <a:ext cx="2063520" cy="456840"/>
          </a:xfrm>
          <a:prstGeom prst="rect">
            <a:avLst/>
          </a:prstGeom>
          <a:noFill/>
          <a:ln w="0">
            <a:noFill/>
          </a:ln>
        </p:spPr>
        <p:txBody>
          <a:bodyPr numCol="1" spcCol="0" lIns="91440" tIns="45720" rIns="91440" bIns="45720" anchor="t">
            <a:noAutofit/>
          </a:bodyPr>
          <a:lstStyle>
            <a:lvl1pPr indent="0" algn="r" defTabSz="914400">
              <a:lnSpc>
                <a:spcPct val="100000"/>
              </a:lnSpc>
              <a:buNone/>
              <a:defRPr lang="de-DE" sz="1510" b="0" u="none" strike="noStrike">
                <a:solidFill>
                  <a:schemeClr val="dk1"/>
                </a:solidFill>
                <a:effectLst/>
                <a:uFillTx/>
                <a:latin typeface="Times New Roman"/>
              </a:defRPr>
            </a:lvl1pPr>
          </a:lstStyle>
          <a:p>
            <a:pPr indent="0" algn="r" defTabSz="914400">
              <a:lnSpc>
                <a:spcPct val="100000"/>
              </a:lnSpc>
              <a:buNone/>
            </a:pPr>
            <a:fld id="{AFC913C9-D5C2-4E98-852A-E97491889460}" type="slidenum">
              <a:rPr lang="de-DE" sz="1510" b="0" u="none" strike="noStrike">
                <a:solidFill>
                  <a:schemeClr val="dk1"/>
                </a:solidFill>
                <a:effectLst/>
                <a:uFillTx/>
                <a:latin typeface="Times New Roman"/>
              </a:rPr>
              <a:t>&lt;Foliennummer&gt;</a:t>
            </a:fld>
            <a:endParaRPr lang="de-DE" sz="151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Rectangle 2"/>
          <p:cNvSpPr/>
          <p:nvPr/>
        </p:nvSpPr>
        <p:spPr>
          <a:xfrm>
            <a:off x="0" y="0"/>
            <a:ext cx="9905760" cy="495000"/>
          </a:xfrm>
          <a:prstGeom prst="rect">
            <a:avLst/>
          </a:prstGeom>
          <a:solidFill>
            <a:srgbClr val="3366FF"/>
          </a:solidFill>
          <a:ln w="19050">
            <a:solidFill>
              <a:srgbClr val="000000"/>
            </a:solidFill>
            <a:miter/>
          </a:ln>
        </p:spPr>
        <p:style>
          <a:lnRef idx="0"/>
          <a:fillRef idx="0"/>
          <a:effectRef idx="0"/>
          <a:fontRef idx="minor"/>
        </p:style>
        <p:txBody>
          <a:bodyPr wrap="none" lIns="90000" tIns="45000" rIns="90000" bIns="45000" anchor="ctr">
            <a:noAutofit/>
          </a:bodyPr>
          <a:p>
            <a:endParaRPr lang="de-DE" sz="2600" b="0" u="none" strike="noStrike">
              <a:solidFill>
                <a:srgbClr val="000000"/>
              </a:solidFill>
              <a:effectLst/>
              <a:uFillTx/>
              <a:latin typeface="Times New Roman"/>
            </a:endParaRPr>
          </a:p>
        </p:txBody>
      </p:sp>
      <p:sp>
        <p:nvSpPr>
          <p:cNvPr id="125" name="PlaceHolder 1"/>
          <p:cNvSpPr>
            <a:spLocks noGrp="1"/>
          </p:cNvSpPr>
          <p:nvPr>
            <p:ph type="title"/>
          </p:nvPr>
        </p:nvSpPr>
        <p:spPr>
          <a:xfrm>
            <a:off x="165240" y="123840"/>
            <a:ext cx="5943240" cy="247320"/>
          </a:xfrm>
          <a:prstGeom prst="rect">
            <a:avLst/>
          </a:prstGeom>
          <a:noFill/>
          <a:ln w="0">
            <a:noFill/>
          </a:ln>
        </p:spPr>
        <p:txBody>
          <a:bodyPr numCol="1" spcCol="0" lIns="91440" tIns="45720" rIns="91440" bIns="45720" anchor="ctr">
            <a:noAutofit/>
          </a:bodyPr>
          <a:p>
            <a:pPr indent="0" algn="l">
              <a:lnSpc>
                <a:spcPct val="100000"/>
              </a:lnSpc>
              <a:buNone/>
            </a:pPr>
            <a:r>
              <a:rPr lang="de-DE" sz="2170" b="0" u="none" strike="noStrike">
                <a:solidFill>
                  <a:schemeClr val="lt1"/>
                </a:solidFill>
                <a:effectLst/>
                <a:uFillTx/>
                <a:latin typeface="Arial"/>
              </a:rPr>
              <a:t>Ein neues Programm</a:t>
            </a:r>
            <a:endParaRPr lang="de-DE" sz="2170" b="0" u="none" strike="noStrike">
              <a:solidFill>
                <a:schemeClr val="dk2"/>
              </a:solidFill>
              <a:effectLst/>
              <a:uFillTx/>
              <a:latin typeface="Times New Roman"/>
            </a:endParaRPr>
          </a:p>
        </p:txBody>
      </p:sp>
      <p:sp>
        <p:nvSpPr>
          <p:cNvPr id="126" name="Rectangle 4"/>
          <p:cNvSpPr/>
          <p:nvPr/>
        </p:nvSpPr>
        <p:spPr>
          <a:xfrm>
            <a:off x="89280" y="-2153880"/>
            <a:ext cx="9905760" cy="492120"/>
          </a:xfrm>
          <a:prstGeom prst="rect">
            <a:avLst/>
          </a:prstGeom>
          <a:noFill/>
          <a:ln w="0">
            <a:noFill/>
          </a:ln>
        </p:spPr>
        <p:style>
          <a:lnRef idx="0"/>
          <a:fillRef idx="0"/>
          <a:effectRef idx="0"/>
          <a:fontRef idx="minor"/>
        </p:style>
        <p:txBody>
          <a:bodyPr lIns="90000" tIns="45000" rIns="90000" bIns="45000" anchor="t">
            <a:spAutoFit/>
          </a:bodyPr>
          <a:p>
            <a:endParaRPr lang="de-DE" sz="2600" b="0" u="none" strike="noStrike">
              <a:solidFill>
                <a:srgbClr val="000000"/>
              </a:solidFill>
              <a:effectLst/>
              <a:uFillTx/>
              <a:latin typeface="Times New Roman"/>
            </a:endParaRPr>
          </a:p>
        </p:txBody>
      </p:sp>
      <p:pic>
        <p:nvPicPr>
          <p:cNvPr id="127" name="Grafik 2" descr="Ein Bild, das Clipart, Kinderkunst, Grafiken, Kreativität enthält.&#10;&#10;Automatisch generierte Beschreibung"/>
          <p:cNvPicPr/>
          <p:nvPr/>
        </p:nvPicPr>
        <p:blipFill>
          <a:blip r:embed="rId1"/>
          <a:stretch/>
        </p:blipFill>
        <p:spPr>
          <a:xfrm>
            <a:off x="4096440" y="2085120"/>
            <a:ext cx="4024080" cy="4024080"/>
          </a:xfrm>
          <a:prstGeom prst="rect">
            <a:avLst/>
          </a:prstGeom>
          <a:noFill/>
          <a:ln w="0">
            <a:noFill/>
          </a:ln>
        </p:spPr>
      </p:pic>
      <p:sp>
        <p:nvSpPr>
          <p:cNvPr id="128" name="Textfeld 4"/>
          <p:cNvSpPr/>
          <p:nvPr/>
        </p:nvSpPr>
        <p:spPr>
          <a:xfrm>
            <a:off x="237960" y="1505520"/>
            <a:ext cx="4804200" cy="1742400"/>
          </a:xfrm>
          <a:prstGeom prst="rect">
            <a:avLst/>
          </a:prstGeom>
          <a:noFill/>
          <a:ln w="0">
            <a:noFill/>
          </a:ln>
        </p:spPr>
        <p:style>
          <a:lnRef idx="0"/>
          <a:fillRef idx="0"/>
          <a:effectRef idx="0"/>
          <a:fontRef idx="minor"/>
        </p:style>
        <p:txBody>
          <a:bodyPr lIns="90000" tIns="45000" rIns="90000" bIns="45000" anchor="t">
            <a:spAutoFit/>
          </a:bodyPr>
          <a:p>
            <a:pPr algn="ctr" defTabSz="743040">
              <a:lnSpc>
                <a:spcPct val="100000"/>
              </a:lnSpc>
            </a:pPr>
            <a:r>
              <a:rPr lang="de-DE" sz="3570" b="0" u="none" strike="noStrike">
                <a:solidFill>
                  <a:srgbClr val="000000"/>
                </a:solidFill>
                <a:effectLst/>
                <a:uFillTx/>
                <a:latin typeface="Times New Roman"/>
              </a:rPr>
              <a:t>Was </a:t>
            </a:r>
            <a:r>
              <a:rPr lang="de-DE" sz="3570" b="1" u="none" strike="noStrike">
                <a:solidFill>
                  <a:srgbClr val="000000"/>
                </a:solidFill>
                <a:effectLst/>
                <a:uFillTx/>
                <a:latin typeface="Times New Roman"/>
              </a:rPr>
              <a:t>ist</a:t>
            </a:r>
            <a:r>
              <a:rPr lang="de-DE" sz="3570" b="0" u="none" strike="noStrike">
                <a:solidFill>
                  <a:srgbClr val="000000"/>
                </a:solidFill>
                <a:effectLst/>
                <a:uFillTx/>
                <a:latin typeface="Times New Roman"/>
              </a:rPr>
              <a:t> das Programm Paint?</a:t>
            </a:r>
            <a:endParaRPr lang="de-DE" sz="3570" b="0" u="none" strike="noStrike">
              <a:solidFill>
                <a:srgbClr val="000000"/>
              </a:solidFill>
              <a:effectLst/>
              <a:uFillTx/>
              <a:latin typeface="Arial"/>
            </a:endParaRPr>
          </a:p>
          <a:p>
            <a:pPr algn="ctr" defTabSz="743040">
              <a:lnSpc>
                <a:spcPct val="100000"/>
              </a:lnSpc>
            </a:pPr>
            <a:r>
              <a:rPr lang="de-DE" sz="3570" b="0" u="none" strike="noStrike">
                <a:solidFill>
                  <a:srgbClr val="000000"/>
                </a:solidFill>
                <a:effectLst/>
                <a:uFillTx/>
                <a:latin typeface="Times New Roman"/>
              </a:rPr>
              <a:t>Und was </a:t>
            </a:r>
            <a:r>
              <a:rPr lang="de-DE" sz="3570" b="1" u="none" strike="noStrike">
                <a:solidFill>
                  <a:srgbClr val="000000"/>
                </a:solidFill>
                <a:effectLst/>
                <a:uFillTx/>
                <a:latin typeface="Times New Roman"/>
              </a:rPr>
              <a:t>kann</a:t>
            </a:r>
            <a:r>
              <a:rPr lang="de-DE" sz="3570" b="0" u="none" strike="noStrike">
                <a:solidFill>
                  <a:srgbClr val="000000"/>
                </a:solidFill>
                <a:effectLst/>
                <a:uFillTx/>
                <a:latin typeface="Times New Roman"/>
              </a:rPr>
              <a:t> es?</a:t>
            </a:r>
            <a:endParaRPr lang="de-DE" sz="35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2"/>
          <p:cNvSpPr/>
          <p:nvPr/>
        </p:nvSpPr>
        <p:spPr>
          <a:xfrm>
            <a:off x="0" y="10080"/>
            <a:ext cx="9905760" cy="495000"/>
          </a:xfrm>
          <a:prstGeom prst="rect">
            <a:avLst/>
          </a:prstGeom>
          <a:solidFill>
            <a:srgbClr val="3366FF"/>
          </a:solidFill>
          <a:ln w="19050">
            <a:solidFill>
              <a:srgbClr val="000000"/>
            </a:solidFill>
            <a:miter/>
          </a:ln>
        </p:spPr>
        <p:style>
          <a:lnRef idx="0"/>
          <a:fillRef idx="0"/>
          <a:effectRef idx="0"/>
          <a:fontRef idx="minor"/>
        </p:style>
        <p:txBody>
          <a:bodyPr wrap="none" lIns="90000" tIns="45000" rIns="90000" bIns="45000" anchor="ctr">
            <a:noAutofit/>
          </a:bodyPr>
          <a:p>
            <a:endParaRPr lang="de-DE" sz="2600" b="0" u="none" strike="noStrike">
              <a:solidFill>
                <a:srgbClr val="000000"/>
              </a:solidFill>
              <a:effectLst/>
              <a:uFillTx/>
              <a:latin typeface="Times New Roman"/>
            </a:endParaRPr>
          </a:p>
        </p:txBody>
      </p:sp>
      <p:sp>
        <p:nvSpPr>
          <p:cNvPr id="130" name="PlaceHolder 1"/>
          <p:cNvSpPr>
            <a:spLocks noGrp="1"/>
          </p:cNvSpPr>
          <p:nvPr>
            <p:ph type="title"/>
          </p:nvPr>
        </p:nvSpPr>
        <p:spPr>
          <a:xfrm>
            <a:off x="165240" y="133920"/>
            <a:ext cx="5943240" cy="247320"/>
          </a:xfrm>
          <a:prstGeom prst="rect">
            <a:avLst/>
          </a:prstGeom>
          <a:noFill/>
          <a:ln w="0">
            <a:noFill/>
          </a:ln>
        </p:spPr>
        <p:txBody>
          <a:bodyPr numCol="1" spcCol="0" lIns="91440" tIns="45720" rIns="91440" bIns="45720" anchor="ctr">
            <a:noAutofit/>
          </a:bodyPr>
          <a:p>
            <a:pPr indent="0" algn="l">
              <a:lnSpc>
                <a:spcPct val="100000"/>
              </a:lnSpc>
              <a:buNone/>
            </a:pPr>
            <a:r>
              <a:rPr lang="de-DE" sz="2170" b="0" u="none" strike="noStrike">
                <a:solidFill>
                  <a:schemeClr val="lt1"/>
                </a:solidFill>
                <a:effectLst/>
                <a:uFillTx/>
                <a:latin typeface="Arial"/>
              </a:rPr>
              <a:t>Ein neues Programm</a:t>
            </a:r>
            <a:endParaRPr lang="de-DE" sz="2170" b="0" u="none" strike="noStrike">
              <a:solidFill>
                <a:schemeClr val="dk2"/>
              </a:solidFill>
              <a:effectLst/>
              <a:uFillTx/>
              <a:latin typeface="Times New Roman"/>
            </a:endParaRPr>
          </a:p>
        </p:txBody>
      </p:sp>
      <p:sp>
        <p:nvSpPr>
          <p:cNvPr id="131" name="Rectangle 4"/>
          <p:cNvSpPr/>
          <p:nvPr/>
        </p:nvSpPr>
        <p:spPr>
          <a:xfrm>
            <a:off x="89280" y="-2153880"/>
            <a:ext cx="9905760" cy="492120"/>
          </a:xfrm>
          <a:prstGeom prst="rect">
            <a:avLst/>
          </a:prstGeom>
          <a:noFill/>
          <a:ln w="0">
            <a:noFill/>
          </a:ln>
        </p:spPr>
        <p:style>
          <a:lnRef idx="0"/>
          <a:fillRef idx="0"/>
          <a:effectRef idx="0"/>
          <a:fontRef idx="minor"/>
        </p:style>
        <p:txBody>
          <a:bodyPr lIns="90000" tIns="45000" rIns="90000" bIns="45000" anchor="t">
            <a:spAutoFit/>
          </a:bodyPr>
          <a:p>
            <a:endParaRPr lang="de-DE" sz="2600" b="0" u="none" strike="noStrike">
              <a:solidFill>
                <a:srgbClr val="000000"/>
              </a:solidFill>
              <a:effectLst/>
              <a:uFillTx/>
              <a:latin typeface="Times New Roman"/>
            </a:endParaRPr>
          </a:p>
        </p:txBody>
      </p:sp>
      <p:pic>
        <p:nvPicPr>
          <p:cNvPr id="132" name="Grafik 2" descr="Ein Bild, das Clipart, Kinderkunst, Grafiken, Kreativität enthält.&#10;&#10;Automatisch generierte Beschreibung"/>
          <p:cNvPicPr/>
          <p:nvPr/>
        </p:nvPicPr>
        <p:blipFill>
          <a:blip r:embed="rId1"/>
          <a:stretch/>
        </p:blipFill>
        <p:spPr>
          <a:xfrm>
            <a:off x="7261560" y="1321200"/>
            <a:ext cx="1725120" cy="1725120"/>
          </a:xfrm>
          <a:prstGeom prst="rect">
            <a:avLst/>
          </a:prstGeom>
          <a:noFill/>
          <a:ln w="0">
            <a:noFill/>
          </a:ln>
        </p:spPr>
      </p:pic>
      <p:sp>
        <p:nvSpPr>
          <p:cNvPr id="133" name="AutoShape 6"/>
          <p:cNvSpPr/>
          <p:nvPr/>
        </p:nvSpPr>
        <p:spPr>
          <a:xfrm>
            <a:off x="516240" y="1460160"/>
            <a:ext cx="6380640" cy="977760"/>
          </a:xfrm>
          <a:prstGeom prst="wedgeRoundRectCallout">
            <a:avLst>
              <a:gd name="adj1" fmla="val -36512"/>
              <a:gd name="adj2" fmla="val 85302"/>
              <a:gd name="adj3" fmla="val 16667"/>
            </a:avLst>
          </a:prstGeom>
          <a:solidFill>
            <a:srgbClr val="FFFFFF"/>
          </a:solidFill>
          <a:ln w="9525">
            <a:solidFill>
              <a:srgbClr val="000000"/>
            </a:solidFill>
            <a:round/>
          </a:ln>
        </p:spPr>
        <p:style>
          <a:lnRef idx="0"/>
          <a:fillRef idx="0"/>
          <a:effectRef idx="0"/>
          <a:fontRef idx="minor"/>
        </p:style>
        <p:txBody>
          <a:bodyPr wrap="none" lIns="88560" tIns="75600" rIns="88560" bIns="44280" anchor="ctr">
            <a:noAutofit/>
          </a:bodyPr>
          <a:p>
            <a:pPr defTabSz="442080">
              <a:lnSpc>
                <a:spcPct val="93000"/>
              </a:lnSpc>
              <a:tabLst>
                <a:tab pos="712080" algn="l"/>
                <a:tab pos="1422360" algn="l"/>
                <a:tab pos="2134080" algn="l"/>
                <a:tab pos="2846160" algn="l"/>
                <a:tab pos="3556440" algn="l"/>
              </a:tabLst>
            </a:pPr>
            <a:r>
              <a:rPr lang="de-DE" sz="1620" b="0" u="none" strike="noStrike">
                <a:solidFill>
                  <a:srgbClr val="000000"/>
                </a:solidFill>
                <a:effectLst/>
                <a:uFillTx/>
                <a:latin typeface="Arial"/>
              </a:rPr>
              <a:t>„Ein Grundriss des Informatikraums soll mit Hilfe eines</a:t>
            </a:r>
            <a:endParaRPr lang="de-DE" sz="1620" b="0" u="none" strike="noStrike">
              <a:solidFill>
                <a:srgbClr val="000000"/>
              </a:solidFill>
              <a:effectLst/>
              <a:uFillTx/>
              <a:latin typeface="Arial"/>
            </a:endParaRPr>
          </a:p>
          <a:p>
            <a:pPr defTabSz="442080">
              <a:lnSpc>
                <a:spcPct val="93000"/>
              </a:lnSpc>
              <a:tabLst>
                <a:tab pos="712080" algn="l"/>
                <a:tab pos="1422360" algn="l"/>
                <a:tab pos="2134080" algn="l"/>
                <a:tab pos="2846160" algn="l"/>
                <a:tab pos="3556440" algn="l"/>
              </a:tabLst>
            </a:pPr>
            <a:r>
              <a:rPr lang="de-DE" sz="1620" b="0" u="none" strike="noStrike">
                <a:solidFill>
                  <a:srgbClr val="000000"/>
                </a:solidFill>
                <a:effectLst/>
                <a:uFillTx/>
                <a:latin typeface="Arial"/>
              </a:rPr>
              <a:t>Malprogramms gezeichnet werden.“</a:t>
            </a:r>
            <a:endParaRPr lang="de-DE" sz="1620" b="0" u="none" strike="noStrike">
              <a:solidFill>
                <a:srgbClr val="000000"/>
              </a:solidFill>
              <a:effectLst/>
              <a:uFillTx/>
              <a:latin typeface="Arial"/>
            </a:endParaRPr>
          </a:p>
        </p:txBody>
      </p:sp>
      <p:sp>
        <p:nvSpPr>
          <p:cNvPr id="134" name="Textfeld 3"/>
          <p:cNvSpPr/>
          <p:nvPr/>
        </p:nvSpPr>
        <p:spPr>
          <a:xfrm>
            <a:off x="4430880" y="2475720"/>
            <a:ext cx="1260720" cy="317160"/>
          </a:xfrm>
          <a:prstGeom prst="rect">
            <a:avLst/>
          </a:prstGeom>
          <a:noFill/>
          <a:ln w="0">
            <a:noFill/>
          </a:ln>
        </p:spPr>
        <p:style>
          <a:lnRef idx="0"/>
          <a:fillRef idx="0"/>
          <a:effectRef idx="0"/>
          <a:fontRef idx="minor"/>
        </p:style>
        <p:txBody>
          <a:bodyPr wrap="none" lIns="90000" tIns="45000" rIns="90000" bIns="45000" anchor="t">
            <a:spAutoFit/>
          </a:bodyPr>
          <a:p>
            <a:pPr defTabSz="743040">
              <a:lnSpc>
                <a:spcPct val="100000"/>
              </a:lnSpc>
            </a:pPr>
            <a:r>
              <a:rPr lang="de-DE" sz="1470" b="0" u="none" strike="noStrike">
                <a:solidFill>
                  <a:srgbClr val="000000"/>
                </a:solidFill>
                <a:effectLst/>
                <a:uFillTx/>
                <a:latin typeface="Times New Roman"/>
              </a:rPr>
              <a:t>Chef des ASG</a:t>
            </a:r>
            <a:endParaRPr lang="de-DE" sz="1470" b="0" u="none" strike="noStrike">
              <a:solidFill>
                <a:srgbClr val="000000"/>
              </a:solidFill>
              <a:effectLst/>
              <a:uFillTx/>
              <a:latin typeface="Arial"/>
            </a:endParaRPr>
          </a:p>
        </p:txBody>
      </p:sp>
      <p:sp>
        <p:nvSpPr>
          <p:cNvPr id="135" name="Textfeld 6"/>
          <p:cNvSpPr/>
          <p:nvPr/>
        </p:nvSpPr>
        <p:spPr>
          <a:xfrm>
            <a:off x="649080" y="3929400"/>
            <a:ext cx="7832520" cy="1738800"/>
          </a:xfrm>
          <a:prstGeom prst="rect">
            <a:avLst/>
          </a:prstGeom>
          <a:solidFill>
            <a:srgbClr val="FFFF00"/>
          </a:solidFill>
          <a:ln w="0">
            <a:noFill/>
          </a:ln>
        </p:spPr>
        <p:style>
          <a:lnRef idx="0"/>
          <a:fillRef idx="0"/>
          <a:effectRef idx="0"/>
          <a:fontRef idx="minor"/>
        </p:style>
        <p:txBody>
          <a:bodyPr lIns="90000" tIns="45000" rIns="90000" bIns="45000" anchor="t">
            <a:spAutoFit/>
          </a:bodyPr>
          <a:p>
            <a:pPr marL="278640" indent="-278640" defTabSz="743040">
              <a:lnSpc>
                <a:spcPct val="150000"/>
              </a:lnSpc>
              <a:buClr>
                <a:srgbClr val="000000"/>
              </a:buClr>
              <a:buFont typeface="Times New Roman"/>
              <a:buAutoNum type="arabicPeriod"/>
            </a:pPr>
            <a:r>
              <a:rPr lang="de-DE" sz="1470" b="1" u="none" strike="noStrike">
                <a:solidFill>
                  <a:srgbClr val="000000"/>
                </a:solidFill>
                <a:effectLst/>
                <a:uFillTx/>
                <a:latin typeface="Arial"/>
              </a:rPr>
              <a:t>Zeichne</a:t>
            </a:r>
            <a:r>
              <a:rPr lang="de-DE" sz="1470" b="0" u="none" strike="noStrike">
                <a:solidFill>
                  <a:srgbClr val="000000"/>
                </a:solidFill>
                <a:effectLst/>
                <a:uFillTx/>
                <a:latin typeface="Arial"/>
              </a:rPr>
              <a:t> den </a:t>
            </a:r>
            <a:r>
              <a:rPr lang="de-DE" sz="1470" b="1" u="none" strike="noStrike">
                <a:solidFill>
                  <a:srgbClr val="000000"/>
                </a:solidFill>
                <a:effectLst/>
                <a:uFillTx/>
                <a:latin typeface="Arial"/>
              </a:rPr>
              <a:t>Grundriss</a:t>
            </a:r>
            <a:r>
              <a:rPr lang="de-DE" sz="1470" b="0" u="none" strike="noStrike">
                <a:solidFill>
                  <a:srgbClr val="000000"/>
                </a:solidFill>
                <a:effectLst/>
                <a:uFillTx/>
                <a:latin typeface="Arial"/>
              </a:rPr>
              <a:t> </a:t>
            </a:r>
            <a:r>
              <a:rPr lang="de-DE" sz="1470" b="1" u="none" strike="noStrike">
                <a:solidFill>
                  <a:srgbClr val="000000"/>
                </a:solidFill>
                <a:effectLst/>
                <a:uFillTx/>
                <a:latin typeface="Arial"/>
              </a:rPr>
              <a:t>des Klassenzimmers </a:t>
            </a:r>
            <a:r>
              <a:rPr lang="de-DE" sz="1470" b="0" u="none" strike="noStrike">
                <a:solidFill>
                  <a:srgbClr val="000000"/>
                </a:solidFill>
                <a:effectLst/>
                <a:uFillTx/>
                <a:latin typeface="Arial"/>
              </a:rPr>
              <a:t>mit Hilfe von Rechtecken und Linien nach.</a:t>
            </a:r>
            <a:endParaRPr lang="de-DE" sz="1470" b="0" u="none" strike="noStrike">
              <a:solidFill>
                <a:srgbClr val="000000"/>
              </a:solidFill>
              <a:effectLst/>
              <a:uFillTx/>
              <a:latin typeface="Arial"/>
            </a:endParaRPr>
          </a:p>
          <a:p>
            <a:pPr marL="278640" indent="-278640" defTabSz="743040">
              <a:lnSpc>
                <a:spcPct val="150000"/>
              </a:lnSpc>
              <a:buClr>
                <a:srgbClr val="000000"/>
              </a:buClr>
              <a:buFont typeface="Times New Roman"/>
              <a:buAutoNum type="arabicPeriod"/>
            </a:pPr>
            <a:r>
              <a:rPr lang="de-DE" sz="1470" b="1" u="none" strike="noStrike">
                <a:solidFill>
                  <a:srgbClr val="000000"/>
                </a:solidFill>
                <a:effectLst/>
                <a:uFillTx/>
                <a:latin typeface="Arial"/>
              </a:rPr>
              <a:t>Markiere deinen Sitzplatz </a:t>
            </a:r>
            <a:r>
              <a:rPr lang="de-DE" sz="1470" b="0" u="none" strike="noStrike">
                <a:solidFill>
                  <a:srgbClr val="000000"/>
                </a:solidFill>
                <a:effectLst/>
                <a:uFillTx/>
                <a:latin typeface="Arial"/>
              </a:rPr>
              <a:t>und den deines Nachbarn mithilfe zweier roten Kreise.</a:t>
            </a:r>
            <a:endParaRPr lang="de-DE" sz="1470" b="0" u="none" strike="noStrike">
              <a:solidFill>
                <a:srgbClr val="000000"/>
              </a:solidFill>
              <a:effectLst/>
              <a:uFillTx/>
              <a:latin typeface="Arial"/>
            </a:endParaRPr>
          </a:p>
          <a:p>
            <a:pPr marL="278640" indent="-278640" defTabSz="743040">
              <a:lnSpc>
                <a:spcPct val="150000"/>
              </a:lnSpc>
              <a:buClr>
                <a:srgbClr val="000000"/>
              </a:buClr>
              <a:buFont typeface="Times New Roman"/>
              <a:buAutoNum type="arabicPeriod"/>
            </a:pPr>
            <a:r>
              <a:rPr lang="de-DE" sz="1470" b="0" u="none" strike="noStrike">
                <a:solidFill>
                  <a:srgbClr val="000000"/>
                </a:solidFill>
                <a:effectLst/>
                <a:uFillTx/>
                <a:latin typeface="Arial"/>
              </a:rPr>
              <a:t>Fülle die </a:t>
            </a:r>
            <a:r>
              <a:rPr lang="de-DE" sz="1470" b="1" u="none" strike="noStrike">
                <a:solidFill>
                  <a:srgbClr val="000000"/>
                </a:solidFill>
                <a:effectLst/>
                <a:uFillTx/>
                <a:latin typeface="Arial"/>
              </a:rPr>
              <a:t>Tafel Grün</a:t>
            </a:r>
            <a:r>
              <a:rPr lang="de-DE" sz="1470" b="0" u="none" strike="noStrike">
                <a:solidFill>
                  <a:srgbClr val="000000"/>
                </a:solidFill>
                <a:effectLst/>
                <a:uFillTx/>
                <a:latin typeface="Arial"/>
              </a:rPr>
              <a:t>, den </a:t>
            </a:r>
            <a:r>
              <a:rPr lang="de-DE" sz="1470" b="1" u="none" strike="noStrike">
                <a:solidFill>
                  <a:srgbClr val="000000"/>
                </a:solidFill>
                <a:effectLst/>
                <a:uFillTx/>
                <a:latin typeface="Arial"/>
              </a:rPr>
              <a:t>Boden Grau </a:t>
            </a:r>
            <a:r>
              <a:rPr lang="de-DE" sz="1470" b="0" u="none" strike="noStrike">
                <a:solidFill>
                  <a:srgbClr val="000000"/>
                </a:solidFill>
                <a:effectLst/>
                <a:uFillTx/>
                <a:latin typeface="Arial"/>
              </a:rPr>
              <a:t>und die </a:t>
            </a:r>
            <a:r>
              <a:rPr lang="de-DE" sz="1470" b="1" u="none" strike="noStrike">
                <a:solidFill>
                  <a:srgbClr val="000000"/>
                </a:solidFill>
                <a:effectLst/>
                <a:uFillTx/>
                <a:latin typeface="Arial"/>
              </a:rPr>
              <a:t>Türen braun</a:t>
            </a:r>
            <a:r>
              <a:rPr lang="de-DE" sz="1470" b="0" u="none" strike="noStrike">
                <a:solidFill>
                  <a:srgbClr val="000000"/>
                </a:solidFill>
                <a:effectLst/>
                <a:uFillTx/>
                <a:latin typeface="Arial"/>
              </a:rPr>
              <a:t>.</a:t>
            </a:r>
            <a:endParaRPr lang="de-DE" sz="1470" b="0" u="none" strike="noStrike">
              <a:solidFill>
                <a:srgbClr val="000000"/>
              </a:solidFill>
              <a:effectLst/>
              <a:uFillTx/>
              <a:latin typeface="Arial"/>
            </a:endParaRPr>
          </a:p>
          <a:p>
            <a:pPr marL="278640" indent="-278640" defTabSz="743040">
              <a:lnSpc>
                <a:spcPct val="150000"/>
              </a:lnSpc>
              <a:buClr>
                <a:srgbClr val="000000"/>
              </a:buClr>
              <a:buFont typeface="Times New Roman"/>
              <a:buAutoNum type="arabicPeriod"/>
            </a:pPr>
            <a:r>
              <a:rPr lang="de-DE" sz="1470" b="1" u="none" strike="noStrike">
                <a:solidFill>
                  <a:srgbClr val="000000"/>
                </a:solidFill>
                <a:effectLst/>
                <a:uFillTx/>
                <a:latin typeface="Arial"/>
              </a:rPr>
              <a:t>Speichere</a:t>
            </a:r>
            <a:r>
              <a:rPr lang="de-DE" sz="1470" b="0" u="none" strike="noStrike">
                <a:solidFill>
                  <a:srgbClr val="000000"/>
                </a:solidFill>
                <a:effectLst/>
                <a:uFillTx/>
                <a:latin typeface="Arial"/>
              </a:rPr>
              <a:t> das fertige Bild im Laufwerk „Homes:“ (Z:) unter dem Namen Grundriss.bmp</a:t>
            </a:r>
            <a:endParaRPr lang="de-DE" sz="14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6" name="Grafik 4"/>
          <p:cNvPicPr/>
          <p:nvPr/>
        </p:nvPicPr>
        <p:blipFill>
          <a:blip r:embed="rId1"/>
          <a:stretch/>
        </p:blipFill>
        <p:spPr>
          <a:xfrm>
            <a:off x="1823760" y="1261080"/>
            <a:ext cx="6258240" cy="41752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7" name="Picture 4" descr="Deutschland, Flagge, Land, Deutsche"/>
          <p:cNvPicPr/>
          <p:nvPr/>
        </p:nvPicPr>
        <p:blipFill>
          <a:blip r:embed="rId1"/>
          <a:stretch/>
        </p:blipFill>
        <p:spPr>
          <a:xfrm>
            <a:off x="4952880" y="1567440"/>
            <a:ext cx="4732920" cy="4414320"/>
          </a:xfrm>
          <a:prstGeom prst="rect">
            <a:avLst/>
          </a:prstGeom>
          <a:noFill/>
          <a:ln w="0">
            <a:noFill/>
          </a:ln>
        </p:spPr>
      </p:pic>
      <p:pic>
        <p:nvPicPr>
          <p:cNvPr id="138" name="Picture 2" descr="Bayern, Flagge, Variante, Deutschland"/>
          <p:cNvPicPr/>
          <p:nvPr/>
        </p:nvPicPr>
        <p:blipFill>
          <a:blip r:embed="rId2"/>
          <a:srcRect l="0" t="0" r="0" b="21283"/>
          <a:stretch/>
        </p:blipFill>
        <p:spPr>
          <a:xfrm>
            <a:off x="219600" y="908640"/>
            <a:ext cx="4287240" cy="4653360"/>
          </a:xfrm>
          <a:prstGeom prst="rect">
            <a:avLst/>
          </a:prstGeom>
          <a:noFill/>
          <a:ln w="0">
            <a:noFill/>
          </a:ln>
        </p:spPr>
      </p:pic>
      <p:sp>
        <p:nvSpPr>
          <p:cNvPr id="139" name="Textfeld 5"/>
          <p:cNvSpPr/>
          <p:nvPr/>
        </p:nvSpPr>
        <p:spPr>
          <a:xfrm>
            <a:off x="479880" y="1097640"/>
            <a:ext cx="3804840" cy="4293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de-DE" sz="2280" b="0" u="none" strike="noStrike">
                <a:solidFill>
                  <a:schemeClr val="dk1"/>
                </a:solidFill>
                <a:effectLst/>
                <a:uFillTx/>
                <a:latin typeface="Calibri"/>
              </a:rPr>
              <a:t>Bayerische Verfassung Art. 110 </a:t>
            </a:r>
            <a:endParaRPr lang="de-DE" sz="2280" b="0" u="none" strike="noStrike">
              <a:solidFill>
                <a:srgbClr val="000000"/>
              </a:solidFill>
              <a:effectLst/>
              <a:uFillTx/>
              <a:latin typeface="Arial"/>
            </a:endParaRPr>
          </a:p>
          <a:p>
            <a:pPr defTabSz="914400">
              <a:lnSpc>
                <a:spcPct val="100000"/>
              </a:lnSpc>
            </a:pPr>
            <a:r>
              <a:rPr lang="de-DE" sz="2280" b="1" u="none" strike="noStrike">
                <a:solidFill>
                  <a:schemeClr val="dk1"/>
                </a:solidFill>
                <a:effectLst/>
                <a:uFillTx/>
                <a:latin typeface="Calibri"/>
              </a:rPr>
              <a:t>(1)</a:t>
            </a:r>
            <a:r>
              <a:rPr lang="de-DE" sz="2279" b="1" u="none" strike="noStrike" baseline="30000">
                <a:solidFill>
                  <a:schemeClr val="dk1"/>
                </a:solidFill>
                <a:effectLst/>
                <a:uFillTx/>
                <a:latin typeface="Calibri"/>
              </a:rPr>
              <a:t>1</a:t>
            </a:r>
            <a:r>
              <a:rPr lang="de-DE" sz="2280" b="1" u="none" strike="noStrike">
                <a:solidFill>
                  <a:schemeClr val="dk1"/>
                </a:solidFill>
                <a:effectLst/>
                <a:uFillTx/>
                <a:latin typeface="Calibri"/>
              </a:rPr>
              <a:t>Jeder Bewohner Bayerns hat das Recht, seine Meinung durch Wort, Schrift, Druck, Bild oder in sonstiger Weise frei zu äußern. </a:t>
            </a:r>
            <a:r>
              <a:rPr lang="de-DE" sz="2279" b="1" u="none" strike="noStrike" baseline="30000">
                <a:solidFill>
                  <a:schemeClr val="dk1"/>
                </a:solidFill>
                <a:effectLst/>
                <a:uFillTx/>
                <a:latin typeface="Calibri"/>
              </a:rPr>
              <a:t>2</a:t>
            </a:r>
            <a:r>
              <a:rPr lang="de-DE" sz="2280" b="1" u="none" strike="noStrike">
                <a:solidFill>
                  <a:schemeClr val="dk1"/>
                </a:solidFill>
                <a:effectLst/>
                <a:uFillTx/>
                <a:latin typeface="Calibri"/>
              </a:rPr>
              <a:t>An diesem Recht darf ihn kein Arbeits- und Anstellungsvertrag hindern und niemand darf ihn benachteiligen, wenn er von diesem Recht Gebrauch macht. </a:t>
            </a:r>
            <a:endParaRPr lang="de-DE" sz="2280" b="0" u="none" strike="noStrike">
              <a:solidFill>
                <a:srgbClr val="000000"/>
              </a:solidFill>
              <a:effectLst/>
              <a:uFillTx/>
              <a:latin typeface="Arial"/>
            </a:endParaRPr>
          </a:p>
        </p:txBody>
      </p:sp>
      <p:sp>
        <p:nvSpPr>
          <p:cNvPr id="140" name="Textfeld 3"/>
          <p:cNvSpPr/>
          <p:nvPr/>
        </p:nvSpPr>
        <p:spPr>
          <a:xfrm>
            <a:off x="5213160" y="1986480"/>
            <a:ext cx="4212720" cy="35928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de-DE" sz="2280" b="0" u="none" strike="noStrike">
                <a:solidFill>
                  <a:schemeClr val="dk1"/>
                </a:solidFill>
                <a:effectLst/>
                <a:uFillTx/>
                <a:latin typeface="Calibri"/>
              </a:rPr>
              <a:t>Grundgesetz Art. 8:</a:t>
            </a:r>
            <a:endParaRPr lang="de-DE" sz="2280" b="0" u="none" strike="noStrike">
              <a:solidFill>
                <a:srgbClr val="000000"/>
              </a:solidFill>
              <a:effectLst/>
              <a:uFillTx/>
              <a:latin typeface="Arial"/>
            </a:endParaRPr>
          </a:p>
          <a:p>
            <a:pPr defTabSz="914400">
              <a:lnSpc>
                <a:spcPct val="100000"/>
              </a:lnSpc>
            </a:pPr>
            <a:r>
              <a:rPr lang="de-DE" sz="2280" b="1" u="none" strike="noStrike">
                <a:solidFill>
                  <a:schemeClr val="dk1"/>
                </a:solidFill>
                <a:effectLst/>
                <a:uFillTx/>
                <a:latin typeface="Calibri"/>
              </a:rPr>
              <a:t>1) Alle Deutschen haben das Recht, sich ohne Anmeldung oder Erlaubnis friedlich und ohne Waffen zu versammeln.</a:t>
            </a:r>
            <a:endParaRPr lang="de-DE" sz="2280" b="0" u="none" strike="noStrike">
              <a:solidFill>
                <a:srgbClr val="000000"/>
              </a:solidFill>
              <a:effectLst/>
              <a:uFillTx/>
              <a:latin typeface="Arial"/>
            </a:endParaRPr>
          </a:p>
          <a:p>
            <a:pPr defTabSz="914400">
              <a:lnSpc>
                <a:spcPct val="100000"/>
              </a:lnSpc>
            </a:pPr>
            <a:r>
              <a:rPr lang="de-DE" sz="2280" b="1" u="none" strike="noStrike">
                <a:solidFill>
                  <a:schemeClr val="dk1"/>
                </a:solidFill>
                <a:effectLst/>
                <a:uFillTx/>
                <a:latin typeface="Calibri"/>
              </a:rPr>
              <a:t>(2) Für Versammlungen unter freiem Himmel kann dieses Recht durch Gesetz oder auf Grund eines Gesetzes beschränkt werden.</a:t>
            </a:r>
            <a:endParaRPr lang="de-DE" sz="22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Picture 4" descr="Deutschland, Flagge, Land, Deutsche"/>
          <p:cNvPicPr/>
          <p:nvPr/>
        </p:nvPicPr>
        <p:blipFill>
          <a:blip r:embed="rId1"/>
          <a:stretch/>
        </p:blipFill>
        <p:spPr>
          <a:xfrm>
            <a:off x="4952880" y="908640"/>
            <a:ext cx="4732920" cy="5098680"/>
          </a:xfrm>
          <a:prstGeom prst="rect">
            <a:avLst/>
          </a:prstGeom>
          <a:noFill/>
          <a:ln w="0">
            <a:noFill/>
          </a:ln>
        </p:spPr>
      </p:pic>
      <p:pic>
        <p:nvPicPr>
          <p:cNvPr id="142" name="Picture 2" descr="Bayern, Flagge, Variante, Deutschland"/>
          <p:cNvPicPr/>
          <p:nvPr/>
        </p:nvPicPr>
        <p:blipFill>
          <a:blip r:embed="rId2"/>
          <a:srcRect l="0" t="0" r="0" b="21283"/>
          <a:stretch/>
        </p:blipFill>
        <p:spPr>
          <a:xfrm>
            <a:off x="219600" y="908640"/>
            <a:ext cx="4287240" cy="2840040"/>
          </a:xfrm>
          <a:prstGeom prst="rect">
            <a:avLst/>
          </a:prstGeom>
          <a:noFill/>
          <a:ln w="0">
            <a:noFill/>
          </a:ln>
        </p:spPr>
      </p:pic>
      <p:sp>
        <p:nvSpPr>
          <p:cNvPr id="143" name="Textfeld 5"/>
          <p:cNvSpPr/>
          <p:nvPr/>
        </p:nvSpPr>
        <p:spPr>
          <a:xfrm>
            <a:off x="434520" y="1240200"/>
            <a:ext cx="3857760" cy="21924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de-DE" sz="2280" b="0" u="none" strike="noStrike">
                <a:solidFill>
                  <a:schemeClr val="dk1"/>
                </a:solidFill>
                <a:effectLst/>
                <a:uFillTx/>
                <a:latin typeface="Calibri"/>
              </a:rPr>
              <a:t>Bayerische Verfassung Art. 113: </a:t>
            </a:r>
            <a:r>
              <a:rPr lang="de-DE" sz="2280" b="1" u="none" strike="noStrike">
                <a:solidFill>
                  <a:schemeClr val="dk1"/>
                </a:solidFill>
                <a:effectLst/>
                <a:uFillTx/>
                <a:latin typeface="Calibri"/>
              </a:rPr>
              <a:t>Alle Bewohner Bayerns haben das Recht, sich ohne Anmeldung oder besondere Erlaubnis friedlich und unbewaffnet zu versammeln.</a:t>
            </a:r>
            <a:endParaRPr lang="de-DE" sz="2280" b="0" u="none" strike="noStrike">
              <a:solidFill>
                <a:srgbClr val="000000"/>
              </a:solidFill>
              <a:effectLst/>
              <a:uFillTx/>
              <a:latin typeface="Arial"/>
            </a:endParaRPr>
          </a:p>
        </p:txBody>
      </p:sp>
      <p:sp>
        <p:nvSpPr>
          <p:cNvPr id="144" name="Textfeld 3"/>
          <p:cNvSpPr/>
          <p:nvPr/>
        </p:nvSpPr>
        <p:spPr>
          <a:xfrm>
            <a:off x="5213160" y="1328040"/>
            <a:ext cx="4212720" cy="4293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de-DE" sz="2280" b="0" u="none" strike="noStrike">
                <a:solidFill>
                  <a:schemeClr val="dk1"/>
                </a:solidFill>
                <a:effectLst/>
                <a:uFillTx/>
                <a:latin typeface="Calibri"/>
              </a:rPr>
              <a:t>Grundgesetz Art. 5:</a:t>
            </a:r>
            <a:endParaRPr lang="de-DE" sz="2280" b="0" u="none" strike="noStrike">
              <a:solidFill>
                <a:srgbClr val="000000"/>
              </a:solidFill>
              <a:effectLst/>
              <a:uFillTx/>
              <a:latin typeface="Arial"/>
            </a:endParaRPr>
          </a:p>
          <a:p>
            <a:pPr defTabSz="914400">
              <a:lnSpc>
                <a:spcPct val="100000"/>
              </a:lnSpc>
            </a:pPr>
            <a:r>
              <a:rPr lang="de-DE" sz="2280" b="1" u="none" strike="noStrike">
                <a:solidFill>
                  <a:schemeClr val="dk1"/>
                </a:solidFill>
                <a:effectLst/>
                <a:uFillTx/>
                <a:latin typeface="Calibri"/>
              </a:rPr>
              <a:t>(1) Jeder hat das Recht, seine Meinung in Wort, Schrift und Bild frei zu äußern und zu verbreiten und sich aus allgemein zugänglichen Quellen ungehindert zu unterrichten. Die Pressefreiheit und die Freiheit der Berichterstattung durch Rundfunk und Film werden gewährleistet. Eine Zensur findet nicht statt.</a:t>
            </a:r>
            <a:endParaRPr lang="de-DE" sz="22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Grafik 2"/>
          <p:cNvPicPr/>
          <p:nvPr/>
        </p:nvPicPr>
        <p:blipFill>
          <a:blip r:embed="rId1"/>
          <a:stretch/>
        </p:blipFill>
        <p:spPr>
          <a:xfrm>
            <a:off x="1716120" y="1532880"/>
            <a:ext cx="6258240" cy="4175280"/>
          </a:xfrm>
          <a:prstGeom prst="rect">
            <a:avLst/>
          </a:prstGeom>
          <a:noFill/>
          <a:ln w="0">
            <a:noFill/>
          </a:ln>
        </p:spPr>
      </p:pic>
      <p:sp>
        <p:nvSpPr>
          <p:cNvPr id="146" name="Textfeld 5"/>
          <p:cNvSpPr/>
          <p:nvPr/>
        </p:nvSpPr>
        <p:spPr>
          <a:xfrm>
            <a:off x="1041120" y="973440"/>
            <a:ext cx="9028080" cy="442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2280" b="0" u="none" strike="noStrike">
                <a:solidFill>
                  <a:schemeClr val="dk1"/>
                </a:solidFill>
                <a:effectLst/>
                <a:uFillTx/>
                <a:latin typeface="Calibri"/>
              </a:rPr>
              <a:t>Was ist dir so wichtig, dass du dafür auf die Straße gehen würdest? </a:t>
            </a:r>
            <a:endParaRPr lang="de-DE" sz="2280" b="0" u="none" strike="noStrike">
              <a:solidFill>
                <a:srgbClr val="000000"/>
              </a:solidFill>
              <a:effectLst/>
              <a:uFillTx/>
              <a:latin typeface="Arial"/>
            </a:endParaRPr>
          </a:p>
        </p:txBody>
      </p:sp>
      <p:sp>
        <p:nvSpPr>
          <p:cNvPr id="147" name="Rechteck 1"/>
          <p:cNvSpPr/>
          <p:nvPr/>
        </p:nvSpPr>
        <p:spPr>
          <a:xfrm rot="1169400">
            <a:off x="4160520" y="2756520"/>
            <a:ext cx="2538360" cy="2460960"/>
          </a:xfrm>
          <a:prstGeom prst="rect">
            <a:avLst/>
          </a:prstGeom>
          <a:solidFill>
            <a:srgbClr val="FFFFFF"/>
          </a:solidFill>
          <a:ln>
            <a:solidFill>
              <a:srgbClr val="000000"/>
            </a:solidFill>
          </a:ln>
        </p:spPr>
        <p:style>
          <a:lnRef idx="2">
            <a:schemeClr val="dk1"/>
          </a:lnRef>
          <a:fillRef idx="1">
            <a:schemeClr val="lt1"/>
          </a:fillRef>
          <a:effectRef idx="0">
            <a:schemeClr val="dk1"/>
          </a:effectRef>
          <a:fontRef idx="minor"/>
        </p:style>
        <p:txBody>
          <a:bodyPr lIns="90000" tIns="45000" rIns="90000" bIns="45000" anchor="ctr">
            <a:noAutofit/>
          </a:bodyPr>
          <a:p>
            <a:pPr algn="ctr" defTabSz="914400">
              <a:lnSpc>
                <a:spcPct val="100000"/>
              </a:lnSpc>
            </a:pPr>
            <a:r>
              <a:rPr lang="de-DE" sz="6500" b="0" u="none" strike="noStrike">
                <a:solidFill>
                  <a:schemeClr val="dk1"/>
                </a:solidFill>
                <a:effectLst/>
                <a:uFillTx/>
                <a:latin typeface="Calibri"/>
              </a:rPr>
              <a:t>?</a:t>
            </a:r>
            <a:endParaRPr lang="de-DE" sz="6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p:nvPr>
        </p:nvSpPr>
        <p:spPr>
          <a:xfrm>
            <a:off x="681120" y="1251720"/>
            <a:ext cx="8543520" cy="4409640"/>
          </a:xfrm>
          <a:prstGeom prst="rect">
            <a:avLst/>
          </a:prstGeom>
          <a:noFill/>
          <a:ln w="0">
            <a:noFill/>
          </a:ln>
        </p:spPr>
        <p:txBody>
          <a:bodyPr lIns="91440" tIns="45720" rIns="91440" bIns="45720" anchor="t">
            <a:normAutofit/>
          </a:bodyPr>
          <a:p>
            <a:pPr indent="0" algn="l" defTabSz="914400">
              <a:lnSpc>
                <a:spcPct val="107000"/>
              </a:lnSpc>
              <a:spcBef>
                <a:spcPts val="1001"/>
              </a:spcBef>
              <a:spcAft>
                <a:spcPts val="609"/>
              </a:spcAft>
              <a:buNone/>
              <a:tabLst>
                <a:tab pos="0" algn="l"/>
              </a:tabLst>
            </a:pPr>
            <a:r>
              <a:rPr lang="de-DE" sz="4400" b="0" u="none" strike="noStrike">
                <a:solidFill>
                  <a:srgbClr val="333333"/>
                </a:solidFill>
                <a:effectLst/>
                <a:highlight>
                  <a:srgbClr val="FFFFFF"/>
                </a:highlight>
                <a:uFillTx/>
                <a:latin typeface="Calibri"/>
                <a:ea typeface="Times New Roman"/>
              </a:rPr>
              <a:t>Erstelle </a:t>
            </a:r>
            <a:r>
              <a:rPr lang="de-DE" sz="4400" b="1" u="none" strike="noStrike">
                <a:solidFill>
                  <a:srgbClr val="333333"/>
                </a:solidFill>
                <a:effectLst/>
                <a:highlight>
                  <a:srgbClr val="FFFFFF"/>
                </a:highlight>
                <a:uFillTx/>
                <a:latin typeface="Calibri"/>
                <a:ea typeface="Times New Roman"/>
              </a:rPr>
              <a:t>digital ein Plakat</a:t>
            </a:r>
            <a:r>
              <a:rPr lang="de-DE" sz="4400" b="0" u="none" strike="noStrike">
                <a:solidFill>
                  <a:srgbClr val="333333"/>
                </a:solidFill>
                <a:effectLst/>
                <a:highlight>
                  <a:srgbClr val="FFFFFF"/>
                </a:highlight>
                <a:uFillTx/>
                <a:latin typeface="Calibri"/>
                <a:ea typeface="Times New Roman"/>
              </a:rPr>
              <a:t>, mit dem du gerne zu einer Demonstration gehen würdest. Finde dazu einen kurzen, prägnanten Slogan und ein passendes Symbolbild.</a:t>
            </a:r>
            <a:endParaRPr lang="de-DE" sz="4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p:nvPr>
        </p:nvSpPr>
        <p:spPr>
          <a:xfrm>
            <a:off x="681120" y="1251720"/>
            <a:ext cx="8543520" cy="4409640"/>
          </a:xfrm>
          <a:prstGeom prst="rect">
            <a:avLst/>
          </a:prstGeom>
          <a:noFill/>
          <a:ln w="0">
            <a:noFill/>
          </a:ln>
        </p:spPr>
        <p:txBody>
          <a:bodyPr lIns="91440" tIns="45720" rIns="91440" bIns="45720" anchor="t">
            <a:normAutofit/>
          </a:bodyPr>
          <a:p>
            <a:pPr indent="0" algn="l" defTabSz="914400">
              <a:lnSpc>
                <a:spcPct val="107000"/>
              </a:lnSpc>
              <a:spcBef>
                <a:spcPts val="1001"/>
              </a:spcBef>
              <a:spcAft>
                <a:spcPts val="609"/>
              </a:spcAft>
              <a:buNone/>
              <a:tabLst>
                <a:tab pos="0" algn="l"/>
              </a:tabLst>
            </a:pPr>
            <a:r>
              <a:rPr lang="de-DE" sz="2800" b="0" u="none" strike="noStrike">
                <a:solidFill>
                  <a:srgbClr val="333333"/>
                </a:solidFill>
                <a:effectLst/>
                <a:highlight>
                  <a:srgbClr val="FFFFFF"/>
                </a:highlight>
                <a:uFillTx/>
                <a:latin typeface="Calibri"/>
                <a:ea typeface="Times New Roman"/>
              </a:rPr>
              <a:t>Erstelle digital ein Plakat, mit dem du gerne zu einer Demonstration gehen würdest. Finde dazu einen kurzen, prägnanten Slogan und ein passendes Symbolbild.</a:t>
            </a:r>
            <a:endParaRPr lang="de-DE" sz="2800" b="0" u="none" strike="noStrike">
              <a:solidFill>
                <a:schemeClr val="dk1"/>
              </a:solidFill>
              <a:effectLst/>
              <a:uFillTx/>
              <a:latin typeface="Calibri"/>
            </a:endParaRPr>
          </a:p>
          <a:p>
            <a:pPr indent="0" algn="l" defTabSz="914400">
              <a:lnSpc>
                <a:spcPct val="107000"/>
              </a:lnSpc>
              <a:spcBef>
                <a:spcPts val="1001"/>
              </a:spcBef>
              <a:spcAft>
                <a:spcPts val="609"/>
              </a:spcAft>
              <a:buNone/>
              <a:tabLst>
                <a:tab pos="0" algn="l"/>
              </a:tabLst>
            </a:pPr>
            <a:r>
              <a:rPr lang="de-DE" sz="2800" b="0" u="none" strike="noStrike">
                <a:solidFill>
                  <a:srgbClr val="7030A0"/>
                </a:solidFill>
                <a:effectLst/>
                <a:highlight>
                  <a:srgbClr val="FFFFFF"/>
                </a:highlight>
                <a:uFillTx/>
                <a:latin typeface="Calibri"/>
                <a:ea typeface="Times New Roman"/>
              </a:rPr>
              <a:t>Bekannte Slogans sind z.B. „</a:t>
            </a:r>
            <a:r>
              <a:rPr lang="de-DE" sz="2800" b="1" u="none" strike="noStrike">
                <a:solidFill>
                  <a:srgbClr val="7030A0"/>
                </a:solidFill>
                <a:effectLst/>
                <a:highlight>
                  <a:srgbClr val="FFFFFF"/>
                </a:highlight>
                <a:uFillTx/>
                <a:latin typeface="Calibri"/>
                <a:ea typeface="Times New Roman"/>
              </a:rPr>
              <a:t>Es gibt keinen Planet B</a:t>
            </a:r>
            <a:r>
              <a:rPr lang="de-DE" sz="2800" b="0" u="none" strike="noStrike">
                <a:solidFill>
                  <a:srgbClr val="7030A0"/>
                </a:solidFill>
                <a:effectLst/>
                <a:highlight>
                  <a:srgbClr val="FFFFFF"/>
                </a:highlight>
                <a:uFillTx/>
                <a:latin typeface="Calibri"/>
                <a:ea typeface="Times New Roman"/>
              </a:rPr>
              <a:t>“, „</a:t>
            </a:r>
            <a:r>
              <a:rPr lang="de-DE" sz="2800" b="1" u="none" strike="noStrike">
                <a:solidFill>
                  <a:srgbClr val="7030A0"/>
                </a:solidFill>
                <a:effectLst/>
                <a:highlight>
                  <a:srgbClr val="FFFFFF"/>
                </a:highlight>
                <a:uFillTx/>
                <a:latin typeface="Calibri"/>
                <a:ea typeface="Times New Roman"/>
              </a:rPr>
              <a:t>Nie wieder ist jetzt</a:t>
            </a:r>
            <a:r>
              <a:rPr lang="de-DE" sz="2800" b="0" u="none" strike="noStrike">
                <a:solidFill>
                  <a:srgbClr val="7030A0"/>
                </a:solidFill>
                <a:effectLst/>
                <a:highlight>
                  <a:srgbClr val="FFFFFF"/>
                </a:highlight>
                <a:uFillTx/>
                <a:latin typeface="Calibri"/>
                <a:ea typeface="Times New Roman"/>
              </a:rPr>
              <a:t>“, „</a:t>
            </a:r>
            <a:r>
              <a:rPr lang="de-DE" sz="2800" b="1" u="none" strike="noStrike">
                <a:solidFill>
                  <a:srgbClr val="7030A0"/>
                </a:solidFill>
                <a:effectLst/>
                <a:highlight>
                  <a:srgbClr val="FFFFFF"/>
                </a:highlight>
                <a:uFillTx/>
                <a:latin typeface="Calibri"/>
                <a:ea typeface="Times New Roman"/>
              </a:rPr>
              <a:t>Hass ist keine Meinung</a:t>
            </a:r>
            <a:r>
              <a:rPr lang="de-DE" sz="2800" b="0" u="none" strike="noStrike">
                <a:solidFill>
                  <a:srgbClr val="7030A0"/>
                </a:solidFill>
                <a:effectLst/>
                <a:highlight>
                  <a:srgbClr val="FFFFFF"/>
                </a:highlight>
                <a:uFillTx/>
                <a:latin typeface="Calibri"/>
                <a:ea typeface="Times New Roman"/>
              </a:rPr>
              <a:t>!“, „</a:t>
            </a:r>
            <a:r>
              <a:rPr lang="de-DE" sz="2800" b="1" u="none" strike="noStrike">
                <a:solidFill>
                  <a:srgbClr val="7030A0"/>
                </a:solidFill>
                <a:effectLst/>
                <a:highlight>
                  <a:srgbClr val="FFFFFF"/>
                </a:highlight>
                <a:uFillTx/>
                <a:latin typeface="Calibri"/>
                <a:ea typeface="Times New Roman"/>
              </a:rPr>
              <a:t>Stoppt die Müllflut</a:t>
            </a:r>
            <a:r>
              <a:rPr lang="de-DE" sz="2800" b="0" u="none" strike="noStrike">
                <a:solidFill>
                  <a:srgbClr val="7030A0"/>
                </a:solidFill>
                <a:effectLst/>
                <a:highlight>
                  <a:srgbClr val="FFFFFF"/>
                </a:highlight>
                <a:uFillTx/>
                <a:latin typeface="Calibri"/>
                <a:ea typeface="Times New Roman"/>
              </a:rPr>
              <a:t>“. Dein Plakat kann auch eine konkrete Forderung in deiner Schule oder deiner Klasse ausdrücken.</a:t>
            </a:r>
            <a:endParaRPr lang="de-DE"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Grafik 4"/>
          <p:cNvPicPr/>
          <p:nvPr/>
        </p:nvPicPr>
        <p:blipFill>
          <a:blip r:embed="rId1"/>
          <a:stretch/>
        </p:blipFill>
        <p:spPr>
          <a:xfrm>
            <a:off x="1523880" y="76320"/>
            <a:ext cx="6191640" cy="6191640"/>
          </a:xfrm>
          <a:prstGeom prst="rect">
            <a:avLst/>
          </a:prstGeom>
          <a:noFill/>
          <a:ln w="0">
            <a:noFill/>
          </a:ln>
        </p:spPr>
      </p:pic>
      <p:sp>
        <p:nvSpPr>
          <p:cNvPr id="151" name="Textfeld 2"/>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2</a:t>
            </a:r>
            <a:endParaRPr lang="de-DE" sz="1800" b="0" u="none" strike="noStrike">
              <a:solidFill>
                <a:srgbClr val="000000"/>
              </a:solidFill>
              <a:effectLst/>
              <a:uFillTx/>
              <a:latin typeface="Arial"/>
            </a:endParaRPr>
          </a:p>
        </p:txBody>
      </p:sp>
      <p:pic>
        <p:nvPicPr>
          <p:cNvPr id="152" name="Grafik 7"/>
          <p:cNvPicPr/>
          <p:nvPr/>
        </p:nvPicPr>
        <p:blipFill>
          <a:blip r:embed="rId2"/>
          <a:stretch/>
        </p:blipFill>
        <p:spPr>
          <a:xfrm>
            <a:off x="7977600" y="138240"/>
            <a:ext cx="1698840" cy="1112760"/>
          </a:xfrm>
          <a:prstGeom prst="rect">
            <a:avLst/>
          </a:prstGeom>
          <a:noFill/>
          <a:ln w="0">
            <a:noFill/>
          </a:ln>
        </p:spPr>
      </p:pic>
      <p:pic>
        <p:nvPicPr>
          <p:cNvPr id="153" name="Grafik 9"/>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4" name="Grafik 3"/>
          <p:cNvPicPr/>
          <p:nvPr/>
        </p:nvPicPr>
        <p:blipFill>
          <a:blip r:embed="rId1"/>
          <a:stretch/>
        </p:blipFill>
        <p:spPr>
          <a:xfrm>
            <a:off x="1523880" y="85680"/>
            <a:ext cx="6191640" cy="6191640"/>
          </a:xfrm>
          <a:prstGeom prst="rect">
            <a:avLst/>
          </a:prstGeom>
          <a:noFill/>
          <a:ln w="0">
            <a:noFill/>
          </a:ln>
        </p:spPr>
      </p:pic>
      <p:sp>
        <p:nvSpPr>
          <p:cNvPr id="155" name="Textfeld 2"/>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3</a:t>
            </a:r>
            <a:endParaRPr lang="de-DE" sz="1800" b="0" u="none" strike="noStrike">
              <a:solidFill>
                <a:srgbClr val="000000"/>
              </a:solidFill>
              <a:effectLst/>
              <a:uFillTx/>
              <a:latin typeface="Arial"/>
            </a:endParaRPr>
          </a:p>
        </p:txBody>
      </p:sp>
      <p:pic>
        <p:nvPicPr>
          <p:cNvPr id="156" name="Grafik 8"/>
          <p:cNvPicPr/>
          <p:nvPr/>
        </p:nvPicPr>
        <p:blipFill>
          <a:blip r:embed="rId2"/>
          <a:stretch/>
        </p:blipFill>
        <p:spPr>
          <a:xfrm>
            <a:off x="7977600" y="138240"/>
            <a:ext cx="1698840" cy="1112760"/>
          </a:xfrm>
          <a:prstGeom prst="rect">
            <a:avLst/>
          </a:prstGeom>
          <a:noFill/>
          <a:ln w="0">
            <a:noFill/>
          </a:ln>
        </p:spPr>
      </p:pic>
      <p:pic>
        <p:nvPicPr>
          <p:cNvPr id="157"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 name="Grafik 3"/>
          <p:cNvPicPr/>
          <p:nvPr/>
        </p:nvPicPr>
        <p:blipFill>
          <a:blip r:embed="rId1"/>
          <a:stretch/>
        </p:blipFill>
        <p:spPr>
          <a:xfrm>
            <a:off x="1523880" y="76320"/>
            <a:ext cx="6191640" cy="6191640"/>
          </a:xfrm>
          <a:prstGeom prst="rect">
            <a:avLst/>
          </a:prstGeom>
          <a:noFill/>
          <a:ln w="0">
            <a:noFill/>
          </a:ln>
        </p:spPr>
      </p:pic>
      <p:sp>
        <p:nvSpPr>
          <p:cNvPr id="159" name="Textfeld 2"/>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4</a:t>
            </a:r>
            <a:endParaRPr lang="de-DE" sz="1800" b="0" u="none" strike="noStrike">
              <a:solidFill>
                <a:srgbClr val="000000"/>
              </a:solidFill>
              <a:effectLst/>
              <a:uFillTx/>
              <a:latin typeface="Arial"/>
            </a:endParaRPr>
          </a:p>
        </p:txBody>
      </p:sp>
      <p:pic>
        <p:nvPicPr>
          <p:cNvPr id="160" name="Grafik 8"/>
          <p:cNvPicPr/>
          <p:nvPr/>
        </p:nvPicPr>
        <p:blipFill>
          <a:blip r:embed="rId2"/>
          <a:stretch/>
        </p:blipFill>
        <p:spPr>
          <a:xfrm>
            <a:off x="7977600" y="138240"/>
            <a:ext cx="1698840" cy="1112760"/>
          </a:xfrm>
          <a:prstGeom prst="rect">
            <a:avLst/>
          </a:prstGeom>
          <a:noFill/>
          <a:ln w="0">
            <a:noFill/>
          </a:ln>
        </p:spPr>
      </p:pic>
      <p:pic>
        <p:nvPicPr>
          <p:cNvPr id="161"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Grafik 3"/>
          <p:cNvPicPr/>
          <p:nvPr/>
        </p:nvPicPr>
        <p:blipFill>
          <a:blip r:embed="rId1"/>
          <a:stretch/>
        </p:blipFill>
        <p:spPr>
          <a:xfrm>
            <a:off x="1523880" y="76320"/>
            <a:ext cx="6191640" cy="6191640"/>
          </a:xfrm>
          <a:prstGeom prst="rect">
            <a:avLst/>
          </a:prstGeom>
          <a:noFill/>
          <a:ln w="0">
            <a:noFill/>
          </a:ln>
        </p:spPr>
      </p:pic>
      <p:sp>
        <p:nvSpPr>
          <p:cNvPr id="163" name="Textfeld 2"/>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5</a:t>
            </a:r>
            <a:endParaRPr lang="de-DE" sz="1800" b="0" u="none" strike="noStrike">
              <a:solidFill>
                <a:srgbClr val="000000"/>
              </a:solidFill>
              <a:effectLst/>
              <a:uFillTx/>
              <a:latin typeface="Arial"/>
            </a:endParaRPr>
          </a:p>
        </p:txBody>
      </p:sp>
      <p:pic>
        <p:nvPicPr>
          <p:cNvPr id="164" name="Grafik 8"/>
          <p:cNvPicPr/>
          <p:nvPr/>
        </p:nvPicPr>
        <p:blipFill>
          <a:blip r:embed="rId2"/>
          <a:stretch/>
        </p:blipFill>
        <p:spPr>
          <a:xfrm>
            <a:off x="7977600" y="138240"/>
            <a:ext cx="1698840" cy="1112760"/>
          </a:xfrm>
          <a:prstGeom prst="rect">
            <a:avLst/>
          </a:prstGeom>
          <a:noFill/>
          <a:ln w="0">
            <a:noFill/>
          </a:ln>
        </p:spPr>
      </p:pic>
      <p:pic>
        <p:nvPicPr>
          <p:cNvPr id="165"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Grafik 2"/>
          <p:cNvPicPr/>
          <p:nvPr/>
        </p:nvPicPr>
        <p:blipFill>
          <a:blip r:embed="rId1"/>
          <a:stretch/>
        </p:blipFill>
        <p:spPr>
          <a:xfrm>
            <a:off x="1523880" y="76320"/>
            <a:ext cx="6191640" cy="6191640"/>
          </a:xfrm>
          <a:prstGeom prst="rect">
            <a:avLst/>
          </a:prstGeom>
          <a:noFill/>
          <a:ln w="0">
            <a:noFill/>
          </a:ln>
        </p:spPr>
      </p:pic>
      <p:sp>
        <p:nvSpPr>
          <p:cNvPr id="167" name="Textfeld 3"/>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6</a:t>
            </a:r>
            <a:endParaRPr lang="de-DE" sz="1800" b="0" u="none" strike="noStrike">
              <a:solidFill>
                <a:srgbClr val="000000"/>
              </a:solidFill>
              <a:effectLst/>
              <a:uFillTx/>
              <a:latin typeface="Arial"/>
            </a:endParaRPr>
          </a:p>
        </p:txBody>
      </p:sp>
      <p:pic>
        <p:nvPicPr>
          <p:cNvPr id="168" name="Grafik 8"/>
          <p:cNvPicPr/>
          <p:nvPr/>
        </p:nvPicPr>
        <p:blipFill>
          <a:blip r:embed="rId2"/>
          <a:stretch/>
        </p:blipFill>
        <p:spPr>
          <a:xfrm>
            <a:off x="7977600" y="138240"/>
            <a:ext cx="1698840" cy="1112760"/>
          </a:xfrm>
          <a:prstGeom prst="rect">
            <a:avLst/>
          </a:prstGeom>
          <a:noFill/>
          <a:ln w="0">
            <a:noFill/>
          </a:ln>
        </p:spPr>
      </p:pic>
      <p:pic>
        <p:nvPicPr>
          <p:cNvPr id="169"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Grafik 2" descr="Ein Bild, das Karte enthält.&#10;&#10;Automatisch generierte Beschreibung"/>
          <p:cNvPicPr/>
          <p:nvPr/>
        </p:nvPicPr>
        <p:blipFill>
          <a:blip r:embed="rId1"/>
          <a:stretch/>
        </p:blipFill>
        <p:spPr>
          <a:xfrm>
            <a:off x="1523880" y="76320"/>
            <a:ext cx="6191640" cy="6191640"/>
          </a:xfrm>
          <a:prstGeom prst="rect">
            <a:avLst/>
          </a:prstGeom>
          <a:noFill/>
          <a:ln w="0">
            <a:noFill/>
          </a:ln>
        </p:spPr>
      </p:pic>
      <p:sp>
        <p:nvSpPr>
          <p:cNvPr id="171" name="Textfeld 3"/>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7</a:t>
            </a:r>
            <a:endParaRPr lang="de-DE" sz="1800" b="0" u="none" strike="noStrike">
              <a:solidFill>
                <a:srgbClr val="000000"/>
              </a:solidFill>
              <a:effectLst/>
              <a:uFillTx/>
              <a:latin typeface="Arial"/>
            </a:endParaRPr>
          </a:p>
        </p:txBody>
      </p:sp>
      <p:pic>
        <p:nvPicPr>
          <p:cNvPr id="172" name="Grafik 8"/>
          <p:cNvPicPr/>
          <p:nvPr/>
        </p:nvPicPr>
        <p:blipFill>
          <a:blip r:embed="rId2"/>
          <a:stretch/>
        </p:blipFill>
        <p:spPr>
          <a:xfrm>
            <a:off x="7977600" y="138240"/>
            <a:ext cx="1698840" cy="1112760"/>
          </a:xfrm>
          <a:prstGeom prst="rect">
            <a:avLst/>
          </a:prstGeom>
          <a:noFill/>
          <a:ln w="0">
            <a:noFill/>
          </a:ln>
        </p:spPr>
      </p:pic>
      <p:pic>
        <p:nvPicPr>
          <p:cNvPr id="173"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Grafik 3"/>
          <p:cNvPicPr/>
          <p:nvPr/>
        </p:nvPicPr>
        <p:blipFill>
          <a:blip r:embed="rId1"/>
          <a:stretch/>
        </p:blipFill>
        <p:spPr>
          <a:xfrm>
            <a:off x="1523880" y="76320"/>
            <a:ext cx="6191640" cy="6191640"/>
          </a:xfrm>
          <a:prstGeom prst="rect">
            <a:avLst/>
          </a:prstGeom>
          <a:noFill/>
          <a:ln w="0">
            <a:noFill/>
          </a:ln>
        </p:spPr>
      </p:pic>
      <p:sp>
        <p:nvSpPr>
          <p:cNvPr id="175" name="Textfeld 4"/>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8</a:t>
            </a:r>
            <a:endParaRPr lang="de-DE" sz="1800" b="0" u="none" strike="noStrike">
              <a:solidFill>
                <a:srgbClr val="000000"/>
              </a:solidFill>
              <a:effectLst/>
              <a:uFillTx/>
              <a:latin typeface="Arial"/>
            </a:endParaRPr>
          </a:p>
        </p:txBody>
      </p:sp>
      <p:pic>
        <p:nvPicPr>
          <p:cNvPr id="176" name="Grafik 9"/>
          <p:cNvPicPr/>
          <p:nvPr/>
        </p:nvPicPr>
        <p:blipFill>
          <a:blip r:embed="rId2"/>
          <a:stretch/>
        </p:blipFill>
        <p:spPr>
          <a:xfrm>
            <a:off x="7977600" y="138240"/>
            <a:ext cx="1698840" cy="1112760"/>
          </a:xfrm>
          <a:prstGeom prst="rect">
            <a:avLst/>
          </a:prstGeom>
          <a:noFill/>
          <a:ln w="0">
            <a:noFill/>
          </a:ln>
        </p:spPr>
      </p:pic>
      <p:pic>
        <p:nvPicPr>
          <p:cNvPr id="177" name="Grafik 7"/>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Grafik 6"/>
          <p:cNvPicPr/>
          <p:nvPr/>
        </p:nvPicPr>
        <p:blipFill>
          <a:blip r:embed="rId1">
            <a:extLst>
              <a:ext uri="{96DAC541-7B7A-43D3-8B79-37D633B846F1}">
                <asvg:svgBlip xmlns:asvg="http://schemas.microsoft.com/office/drawing/2016/SVG/main" r:embed="rId2"/>
              </a:ext>
            </a:extLst>
          </a:blip>
          <a:srcRect l="0" t="33016" r="0" b="0"/>
          <a:stretch/>
        </p:blipFill>
        <p:spPr>
          <a:xfrm>
            <a:off x="6789960" y="6309000"/>
            <a:ext cx="2095200" cy="912240"/>
          </a:xfrm>
          <a:prstGeom prst="rect">
            <a:avLst/>
          </a:prstGeom>
          <a:noFill/>
          <a:ln w="0">
            <a:noFill/>
          </a:ln>
        </p:spPr>
      </p:pic>
      <p:sp>
        <p:nvSpPr>
          <p:cNvPr id="179" name="PlaceHolder 1"/>
          <p:cNvSpPr>
            <a:spLocks noGrp="1"/>
          </p:cNvSpPr>
          <p:nvPr>
            <p:ph/>
          </p:nvPr>
        </p:nvSpPr>
        <p:spPr>
          <a:xfrm>
            <a:off x="358200" y="386640"/>
            <a:ext cx="9115200" cy="520200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de-DE" sz="4400" b="0" u="none" strike="noStrike">
                <a:solidFill>
                  <a:schemeClr val="accent5"/>
                </a:solidFill>
                <a:effectLst/>
                <a:uFillTx/>
                <a:latin typeface="Calibri"/>
              </a:rPr>
              <a:t>Eine </a:t>
            </a:r>
            <a:r>
              <a:rPr lang="de-DE" sz="4400" b="1" u="none" strike="noStrike">
                <a:solidFill>
                  <a:schemeClr val="accent5"/>
                </a:solidFill>
                <a:effectLst/>
                <a:uFillTx/>
                <a:latin typeface="Calibri"/>
              </a:rPr>
              <a:t>Pixelgrafik</a:t>
            </a:r>
            <a:r>
              <a:rPr lang="de-DE" sz="4400" b="0" u="none" strike="noStrike">
                <a:solidFill>
                  <a:schemeClr val="accent5"/>
                </a:solidFill>
                <a:effectLst/>
                <a:uFillTx/>
                <a:latin typeface="Calibri"/>
              </a:rPr>
              <a:t> stellt Bilder als </a:t>
            </a:r>
            <a:r>
              <a:rPr lang="de-DE" sz="4400" b="1" u="none" strike="noStrike">
                <a:solidFill>
                  <a:schemeClr val="accent5"/>
                </a:solidFill>
                <a:effectLst/>
                <a:uFillTx/>
                <a:latin typeface="Calibri"/>
              </a:rPr>
              <a:t>rasterförmige Anordnung </a:t>
            </a:r>
            <a:r>
              <a:rPr lang="de-DE" sz="4400" b="0" u="none" strike="noStrike">
                <a:solidFill>
                  <a:schemeClr val="accent5"/>
                </a:solidFill>
                <a:effectLst/>
                <a:uFillTx/>
                <a:latin typeface="Calibri"/>
              </a:rPr>
              <a:t>von Punkten dar, die Pixel genannt werden (von engl.: picture element).</a:t>
            </a:r>
            <a:endParaRPr lang="de-DE" sz="4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de-DE" sz="4400" b="1" u="none" strike="noStrike">
                <a:solidFill>
                  <a:schemeClr val="accent6"/>
                </a:solidFill>
                <a:effectLst/>
                <a:uFillTx/>
                <a:latin typeface="Calibri"/>
              </a:rPr>
              <a:t>Jeder</a:t>
            </a:r>
            <a:r>
              <a:rPr lang="de-DE" sz="4400" b="0" u="none" strike="noStrike">
                <a:solidFill>
                  <a:schemeClr val="accent6"/>
                </a:solidFill>
                <a:effectLst/>
                <a:uFillTx/>
                <a:latin typeface="Calibri"/>
              </a:rPr>
              <a:t> </a:t>
            </a:r>
            <a:r>
              <a:rPr lang="de-DE" sz="4400" b="1" u="none" strike="noStrike">
                <a:solidFill>
                  <a:schemeClr val="accent6"/>
                </a:solidFill>
                <a:effectLst/>
                <a:uFillTx/>
                <a:latin typeface="Calibri"/>
              </a:rPr>
              <a:t>einzelne Bildpunkt </a:t>
            </a:r>
            <a:r>
              <a:rPr lang="de-DE" sz="4400" b="0" u="none" strike="noStrike">
                <a:solidFill>
                  <a:schemeClr val="accent6"/>
                </a:solidFill>
                <a:effectLst/>
                <a:uFillTx/>
                <a:latin typeface="Calibri"/>
              </a:rPr>
              <a:t>hat eine </a:t>
            </a:r>
            <a:r>
              <a:rPr lang="de-DE" sz="4400" b="1" u="none" strike="noStrike">
                <a:solidFill>
                  <a:schemeClr val="accent6"/>
                </a:solidFill>
                <a:effectLst/>
                <a:uFillTx/>
                <a:latin typeface="Calibri"/>
              </a:rPr>
              <a:t>feste Position </a:t>
            </a:r>
            <a:r>
              <a:rPr lang="de-DE" sz="4400" b="0" u="none" strike="noStrike">
                <a:solidFill>
                  <a:schemeClr val="accent6"/>
                </a:solidFill>
                <a:effectLst/>
                <a:uFillTx/>
                <a:latin typeface="Calibri"/>
              </a:rPr>
              <a:t>und drückt einen bestimmten Farbwert aus.</a:t>
            </a:r>
            <a:endParaRPr lang="de-DE" sz="4400" b="0" u="none" strike="noStrike">
              <a:solidFill>
                <a:schemeClr val="dk1"/>
              </a:solidFill>
              <a:effectLst/>
              <a:uFillTx/>
              <a:latin typeface="Calibri"/>
            </a:endParaRPr>
          </a:p>
        </p:txBody>
      </p:sp>
      <p:pic>
        <p:nvPicPr>
          <p:cNvPr id="180" name="Grafik 2"/>
          <p:cNvPicPr/>
          <p:nvPr/>
        </p:nvPicPr>
        <p:blipFill>
          <a:blip r:embed="rId3"/>
          <a:stretch/>
        </p:blipFill>
        <p:spPr>
          <a:xfrm>
            <a:off x="4293000" y="4757400"/>
            <a:ext cx="2709000" cy="1871640"/>
          </a:xfrm>
          <a:prstGeom prst="rect">
            <a:avLst/>
          </a:prstGeom>
          <a:noFill/>
          <a:ln w="19050">
            <a:solidFill>
              <a:srgbClr val="000000"/>
            </a:solidFill>
            <a:round/>
          </a:ln>
        </p:spPr>
      </p:pic>
      <p:pic>
        <p:nvPicPr>
          <p:cNvPr id="181" name="Grafik 9"/>
          <p:cNvPicPr/>
          <p:nvPr/>
        </p:nvPicPr>
        <p:blipFill>
          <a:blip r:embed="rId4"/>
          <a:stretch/>
        </p:blipFill>
        <p:spPr>
          <a:xfrm>
            <a:off x="7715880" y="5229000"/>
            <a:ext cx="1555560" cy="1079640"/>
          </a:xfrm>
          <a:prstGeom prst="rect">
            <a:avLst/>
          </a:prstGeom>
          <a:noFill/>
          <a:ln w="19050">
            <a:solidFill>
              <a:srgbClr val="000000"/>
            </a:solidFill>
            <a:round/>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Grafik 3" descr="Ein Bild, das Weg, Bürgersteig, Pflaster, Stein enthält.&#10;&#10;Automatisch generierte Beschreibung"/>
          <p:cNvPicPr/>
          <p:nvPr/>
        </p:nvPicPr>
        <p:blipFill>
          <a:blip r:embed="rId1"/>
          <a:stretch/>
        </p:blipFill>
        <p:spPr>
          <a:xfrm>
            <a:off x="282960" y="166680"/>
            <a:ext cx="4319640" cy="2879640"/>
          </a:xfrm>
          <a:prstGeom prst="rect">
            <a:avLst/>
          </a:prstGeom>
          <a:noFill/>
          <a:ln w="0">
            <a:noFill/>
          </a:ln>
        </p:spPr>
      </p:pic>
      <p:pic>
        <p:nvPicPr>
          <p:cNvPr id="183" name="Grafik 5" descr="Ein Bild, das schließen, Fenster enthält.&#10;&#10;Automatisch generierte Beschreibung"/>
          <p:cNvPicPr/>
          <p:nvPr/>
        </p:nvPicPr>
        <p:blipFill>
          <a:blip r:embed="rId2"/>
          <a:srcRect l="21410" t="1658" r="24632" b="6648"/>
          <a:stretch/>
        </p:blipFill>
        <p:spPr>
          <a:xfrm>
            <a:off x="4872960" y="1337400"/>
            <a:ext cx="4664880" cy="4459320"/>
          </a:xfrm>
          <a:prstGeom prst="rect">
            <a:avLst/>
          </a:prstGeom>
          <a:noFill/>
          <a:ln w="0">
            <a:noFill/>
          </a:ln>
        </p:spPr>
      </p:pic>
      <p:pic>
        <p:nvPicPr>
          <p:cNvPr id="184" name="Grafik 7" descr="Ein Bild, das ausgestaltet enthält.&#10;&#10;Automatisch generierte Beschreibung"/>
          <p:cNvPicPr/>
          <p:nvPr/>
        </p:nvPicPr>
        <p:blipFill>
          <a:blip r:embed="rId3"/>
          <a:srcRect l="11425" t="10036" r="16640" b="21151"/>
          <a:stretch/>
        </p:blipFill>
        <p:spPr>
          <a:xfrm>
            <a:off x="282960" y="3193920"/>
            <a:ext cx="4319640" cy="3099240"/>
          </a:xfrm>
          <a:prstGeom prst="rect">
            <a:avLst/>
          </a:prstGeom>
          <a:noFill/>
          <a:ln w="0">
            <a:noFill/>
          </a:ln>
        </p:spPr>
      </p:pic>
      <p:sp>
        <p:nvSpPr>
          <p:cNvPr id="185" name="Textfeld 4"/>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10</a:t>
            </a:r>
            <a:endParaRPr lang="de-DE" sz="1800" b="0" u="none" strike="noStrike">
              <a:solidFill>
                <a:srgbClr val="000000"/>
              </a:solidFill>
              <a:effectLst/>
              <a:uFillTx/>
              <a:latin typeface="Arial"/>
            </a:endParaRPr>
          </a:p>
        </p:txBody>
      </p:sp>
      <p:pic>
        <p:nvPicPr>
          <p:cNvPr id="186" name="Grafik 10"/>
          <p:cNvPicPr/>
          <p:nvPr/>
        </p:nvPicPr>
        <p:blipFill>
          <a:blip r:embed="rId4"/>
          <a:stretch/>
        </p:blipFill>
        <p:spPr>
          <a:xfrm>
            <a:off x="7977600" y="138240"/>
            <a:ext cx="1698840" cy="1112760"/>
          </a:xfrm>
          <a:prstGeom prst="rect">
            <a:avLst/>
          </a:prstGeom>
          <a:noFill/>
          <a:ln w="0">
            <a:noFill/>
          </a:ln>
        </p:spPr>
      </p:pic>
      <p:pic>
        <p:nvPicPr>
          <p:cNvPr id="187" name="Grafik 12"/>
          <p:cNvPicPr/>
          <p:nvPr/>
        </p:nvPicPr>
        <p:blipFill>
          <a:blip r:embed="rId5">
            <a:extLst>
              <a:ext uri="{96DAC541-7B7A-43D3-8B79-37D633B846F1}">
                <asvg:svgBlip xmlns:asvg="http://schemas.microsoft.com/office/drawing/2016/SVG/main" r:embed="rId6"/>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681120" y="365040"/>
            <a:ext cx="8543520" cy="1325160"/>
          </a:xfrm>
          <a:prstGeom prst="rect">
            <a:avLst/>
          </a:prstGeom>
          <a:noFill/>
          <a:ln w="0">
            <a:noFill/>
          </a:ln>
        </p:spPr>
        <p:txBody>
          <a:bodyPr lIns="91440" tIns="45720" rIns="91440" bIns="45720" anchor="ctr">
            <a:noAutofit/>
          </a:bodyPr>
          <a:p>
            <a:pPr indent="0" algn="ctr" defTabSz="914400">
              <a:lnSpc>
                <a:spcPct val="90000"/>
              </a:lnSpc>
              <a:buNone/>
            </a:pPr>
            <a:r>
              <a:rPr lang="de-DE" sz="4400" b="1" u="sng" strike="noStrike">
                <a:solidFill>
                  <a:schemeClr val="dk1"/>
                </a:solidFill>
                <a:effectLst/>
                <a:uFillTx/>
                <a:latin typeface="Calibri Light"/>
              </a:rPr>
              <a:t>Pixelgrafiken</a:t>
            </a:r>
            <a:endParaRPr lang="de-DE" sz="4400" b="0" u="none" strike="noStrike">
              <a:solidFill>
                <a:schemeClr val="dk1"/>
              </a:solidFill>
              <a:effectLst/>
              <a:uFillTx/>
              <a:latin typeface="Calibri Light"/>
            </a:endParaRPr>
          </a:p>
        </p:txBody>
      </p:sp>
      <p:cxnSp>
        <p:nvCxnSpPr>
          <p:cNvPr id="189" name="Verbinder: gekrümmt 8"/>
          <p:cNvCxnSpPr>
            <a:stCxn id="190" idx="2"/>
            <a:endCxn id="191" idx="1"/>
          </p:cNvCxnSpPr>
          <p:nvPr/>
        </p:nvCxnSpPr>
        <p:spPr>
          <a:xfrm flipH="1" rot="16200000">
            <a:off x="1700280" y="2362320"/>
            <a:ext cx="1083240" cy="1917360"/>
          </a:xfrm>
          <a:prstGeom prst="curvedConnector2">
            <a:avLst/>
          </a:prstGeom>
          <a:ln w="76200">
            <a:solidFill>
              <a:srgbClr val="000000"/>
            </a:solidFill>
            <a:tailEnd len="med" type="triangle" w="med"/>
          </a:ln>
        </p:spPr>
      </p:cxnSp>
      <p:sp>
        <p:nvSpPr>
          <p:cNvPr id="192" name="Textfeld 7"/>
          <p:cNvSpPr/>
          <p:nvPr/>
        </p:nvSpPr>
        <p:spPr>
          <a:xfrm>
            <a:off x="9274680" y="6300720"/>
            <a:ext cx="428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e-DE" sz="1800" b="0" u="none" strike="noStrike">
                <a:solidFill>
                  <a:schemeClr val="dk1"/>
                </a:solidFill>
                <a:effectLst/>
                <a:uFillTx/>
                <a:latin typeface="Calibri"/>
              </a:rPr>
              <a:t>9</a:t>
            </a:r>
            <a:endParaRPr lang="de-DE" sz="1800" b="0" u="none" strike="noStrike">
              <a:solidFill>
                <a:srgbClr val="000000"/>
              </a:solidFill>
              <a:effectLst/>
              <a:uFillTx/>
              <a:latin typeface="Arial"/>
            </a:endParaRPr>
          </a:p>
        </p:txBody>
      </p:sp>
      <p:pic>
        <p:nvPicPr>
          <p:cNvPr id="193" name="Grafik 3"/>
          <p:cNvPicPr/>
          <p:nvPr/>
        </p:nvPicPr>
        <p:blipFill>
          <a:blip r:embed="rId1"/>
          <a:srcRect l="13341" t="16958" r="17194" b="16538"/>
          <a:stretch/>
        </p:blipFill>
        <p:spPr>
          <a:xfrm>
            <a:off x="210600" y="1070640"/>
            <a:ext cx="2145600" cy="1708920"/>
          </a:xfrm>
          <a:prstGeom prst="rect">
            <a:avLst/>
          </a:prstGeom>
          <a:noFill/>
          <a:ln w="0">
            <a:solidFill>
              <a:srgbClr val="000000"/>
            </a:solidFill>
          </a:ln>
        </p:spPr>
      </p:pic>
      <p:pic>
        <p:nvPicPr>
          <p:cNvPr id="194" name="Grafik 12"/>
          <p:cNvPicPr/>
          <p:nvPr/>
        </p:nvPicPr>
        <p:blipFill>
          <a:blip r:embed="rId2">
            <a:extLst>
              <a:ext uri="{96DAC541-7B7A-43D3-8B79-37D633B846F1}">
                <asvg:svgBlip xmlns:asvg="http://schemas.microsoft.com/office/drawing/2016/SVG/main" r:embed="rId3"/>
              </a:ext>
            </a:extLst>
          </a:blip>
          <a:srcRect l="24214" t="15611" r="17422" b="16666"/>
          <a:stretch/>
        </p:blipFill>
        <p:spPr>
          <a:xfrm>
            <a:off x="3200400" y="1431000"/>
            <a:ext cx="5038200" cy="4862880"/>
          </a:xfrm>
          <a:prstGeom prst="rect">
            <a:avLst/>
          </a:prstGeom>
          <a:noFill/>
          <a:ln w="0">
            <a:noFill/>
          </a:ln>
        </p:spPr>
      </p:pic>
      <p:pic>
        <p:nvPicPr>
          <p:cNvPr id="195" name="Grafik 13"/>
          <p:cNvPicPr/>
          <p:nvPr/>
        </p:nvPicPr>
        <p:blipFill>
          <a:blip r:embed="rId4"/>
          <a:stretch/>
        </p:blipFill>
        <p:spPr>
          <a:xfrm>
            <a:off x="7977600" y="138240"/>
            <a:ext cx="1698840" cy="1112760"/>
          </a:xfrm>
          <a:prstGeom prst="rect">
            <a:avLst/>
          </a:prstGeom>
          <a:noFill/>
          <a:ln w="0">
            <a:noFill/>
          </a:ln>
        </p:spPr>
      </p:pic>
      <p:pic>
        <p:nvPicPr>
          <p:cNvPr id="196" name="Grafik 10"/>
          <p:cNvPicPr/>
          <p:nvPr/>
        </p:nvPicPr>
        <p:blipFill>
          <a:blip r:embed="rId5">
            <a:extLst>
              <a:ext uri="{96DAC541-7B7A-43D3-8B79-37D633B846F1}">
                <asvg:svgBlip xmlns:asvg="http://schemas.microsoft.com/office/drawing/2016/SVG/main" r:embed="rId6"/>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p:nvPr>
        </p:nvSpPr>
        <p:spPr>
          <a:xfrm>
            <a:off x="681120" y="585360"/>
            <a:ext cx="8543520" cy="4182120"/>
          </a:xfrm>
          <a:prstGeom prst="rect">
            <a:avLst/>
          </a:prstGeom>
          <a:noFill/>
          <a:ln w="0">
            <a:noFill/>
          </a:ln>
        </p:spPr>
        <p:txBody>
          <a:bodyPr lIns="91440" tIns="45720" rIns="91440" bIns="45720" anchor="t">
            <a:normAutofit lnSpcReduction="9999"/>
          </a:bodyPr>
          <a:p>
            <a:pPr indent="0" algn="l" defTabSz="914400">
              <a:lnSpc>
                <a:spcPct val="90000"/>
              </a:lnSpc>
              <a:spcBef>
                <a:spcPts val="1001"/>
              </a:spcBef>
              <a:buNone/>
              <a:tabLst>
                <a:tab pos="0" algn="l"/>
              </a:tabLst>
            </a:pPr>
            <a:r>
              <a:rPr lang="de-DE" sz="2400" b="0" u="none" strike="noStrike">
                <a:solidFill>
                  <a:schemeClr val="dk1"/>
                </a:solidFill>
                <a:effectLst/>
                <a:uFillTx/>
                <a:latin typeface="Calibri"/>
              </a:rPr>
              <a:t>Beispiele aus dem Alltag:</a:t>
            </a:r>
            <a:endParaRPr lang="de-DE"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de-DE" sz="2400" b="0" u="none" strike="noStrike">
                <a:solidFill>
                  <a:schemeClr val="dk1"/>
                </a:solidFill>
                <a:effectLst/>
                <a:uFillTx/>
                <a:latin typeface="Calibri"/>
              </a:rPr>
              <a:t>Kurz die einzelnen Bilder ansprechen</a:t>
            </a:r>
            <a:endParaRPr lang="de-DE" sz="2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de-DE" sz="2400" b="0" u="none" strike="noStrike">
                <a:solidFill>
                  <a:schemeClr val="dk1"/>
                </a:solidFill>
                <a:effectLst/>
                <a:uFillTx/>
                <a:latin typeface="Calibri"/>
              </a:rPr>
              <a:t>→ Woraus sind die Bildpunkte (Material: Stein, Glas, Papier,…)?</a:t>
            </a:r>
            <a:endParaRPr lang="de-DE" sz="2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de-DE" sz="2400" b="0" u="none" strike="noStrike">
                <a:solidFill>
                  <a:schemeClr val="dk1"/>
                </a:solidFill>
                <a:effectLst/>
                <a:uFillTx/>
                <a:latin typeface="Calibri"/>
              </a:rPr>
              <a:t>→ Welche Form haben sie?</a:t>
            </a:r>
            <a:endParaRPr lang="de-DE" sz="24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de-DE" sz="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de-DE" sz="2400" b="0" u="none" strike="noStrike">
                <a:solidFill>
                  <a:schemeClr val="dk1"/>
                </a:solidFill>
                <a:effectLst/>
                <a:uFillTx/>
                <a:latin typeface="Calibri"/>
              </a:rPr>
              <a:t>Unterschied zu den Pixelgrafiken in der Informatik:</a:t>
            </a:r>
            <a:endParaRPr lang="de-DE"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de-DE" sz="2400" b="0" u="none" strike="noStrike">
                <a:solidFill>
                  <a:schemeClr val="dk1"/>
                </a:solidFill>
                <a:effectLst/>
                <a:uFillTx/>
                <a:latin typeface="Calibri"/>
              </a:rPr>
              <a:t>Sind nicht alle gleich groß</a:t>
            </a:r>
            <a:endParaRPr lang="de-DE"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de-DE" sz="2400" b="0" u="none" strike="noStrike">
                <a:solidFill>
                  <a:schemeClr val="dk1"/>
                </a:solidFill>
                <a:effectLst/>
                <a:uFillTx/>
                <a:latin typeface="Calibri"/>
              </a:rPr>
              <a:t>Raster lässt sich nicht so einfach drüberlegen</a:t>
            </a:r>
            <a:endParaRPr lang="de-DE"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de-DE" sz="2400" b="0" u="none" strike="noStrike">
                <a:solidFill>
                  <a:schemeClr val="dk1"/>
                </a:solidFill>
                <a:effectLst/>
                <a:uFillTx/>
                <a:latin typeface="Calibri"/>
              </a:rPr>
              <a:t>Ein Bildpunkt kann auch mehrfarbig (z. B. marmoriert) sein</a:t>
            </a:r>
            <a:endParaRPr lang="de-DE" sz="2400" b="0" u="none" strike="noStrike">
              <a:solidFill>
                <a:schemeClr val="dk1"/>
              </a:solidFill>
              <a:effectLst/>
              <a:uFillTx/>
              <a:latin typeface="Calibri"/>
            </a:endParaRPr>
          </a:p>
        </p:txBody>
      </p:sp>
      <p:pic>
        <p:nvPicPr>
          <p:cNvPr id="198" name="Grafik 1"/>
          <p:cNvPicPr/>
          <p:nvPr/>
        </p:nvPicPr>
        <p:blipFill>
          <a:blip r:embed="rId1"/>
          <a:stretch/>
        </p:blipFill>
        <p:spPr>
          <a:xfrm>
            <a:off x="6527880" y="4338360"/>
            <a:ext cx="2696760" cy="1871640"/>
          </a:xfrm>
          <a:prstGeom prst="rect">
            <a:avLst/>
          </a:prstGeom>
          <a:noFill/>
          <a:ln w="19050">
            <a:solidFill>
              <a:srgbClr val="000000"/>
            </a:solidFill>
            <a:round/>
          </a:ln>
        </p:spPr>
      </p:pic>
      <p:pic>
        <p:nvPicPr>
          <p:cNvPr id="199" name="Grafik 7"/>
          <p:cNvPicPr/>
          <p:nvPr/>
        </p:nvPicPr>
        <p:blipFill>
          <a:blip r:embed="rId2"/>
          <a:stretch/>
        </p:blipFill>
        <p:spPr>
          <a:xfrm>
            <a:off x="7977600" y="138240"/>
            <a:ext cx="1698840" cy="1112760"/>
          </a:xfrm>
          <a:prstGeom prst="rect">
            <a:avLst/>
          </a:prstGeom>
          <a:noFill/>
          <a:ln w="0">
            <a:noFill/>
          </a:ln>
        </p:spPr>
      </p:pic>
      <p:pic>
        <p:nvPicPr>
          <p:cNvPr id="200" name="Grafik 10"/>
          <p:cNvPicPr/>
          <p:nvPr/>
        </p:nvPicPr>
        <p:blipFill>
          <a:blip r:embed="rId3">
            <a:extLst>
              <a:ext uri="{96DAC541-7B7A-43D3-8B79-37D633B846F1}">
                <asvg:svgBlip xmlns:asvg="http://schemas.microsoft.com/office/drawing/2016/SVG/main" r:embed="rId4"/>
              </a:ext>
            </a:extLst>
          </a:blip>
          <a:srcRect l="0" t="33016" r="0" b="0"/>
          <a:stretch/>
        </p:blipFill>
        <p:spPr>
          <a:xfrm>
            <a:off x="6789960" y="6309000"/>
            <a:ext cx="2095200" cy="9122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Rectangle 2"/>
          <p:cNvSpPr/>
          <p:nvPr/>
        </p:nvSpPr>
        <p:spPr>
          <a:xfrm>
            <a:off x="0" y="10080"/>
            <a:ext cx="9905760" cy="495000"/>
          </a:xfrm>
          <a:prstGeom prst="rect">
            <a:avLst/>
          </a:prstGeom>
          <a:solidFill>
            <a:srgbClr val="3366FF"/>
          </a:solidFill>
          <a:ln w="19050">
            <a:solidFill>
              <a:srgbClr val="000000"/>
            </a:solidFill>
            <a:miter/>
          </a:ln>
        </p:spPr>
        <p:style>
          <a:lnRef idx="0"/>
          <a:fillRef idx="0"/>
          <a:effectRef idx="0"/>
          <a:fontRef idx="minor"/>
        </p:style>
        <p:txBody>
          <a:bodyPr wrap="none" lIns="90000" tIns="45000" rIns="90000" bIns="45000" anchor="ctr">
            <a:noAutofit/>
          </a:bodyPr>
          <a:p>
            <a:endParaRPr lang="de-DE" sz="2600" b="0" u="none" strike="noStrike">
              <a:solidFill>
                <a:srgbClr val="000000"/>
              </a:solidFill>
              <a:effectLst/>
              <a:uFillTx/>
              <a:latin typeface="Times New Roman"/>
            </a:endParaRPr>
          </a:p>
        </p:txBody>
      </p:sp>
      <p:sp>
        <p:nvSpPr>
          <p:cNvPr id="202" name="PlaceHolder 1"/>
          <p:cNvSpPr>
            <a:spLocks noGrp="1"/>
          </p:cNvSpPr>
          <p:nvPr>
            <p:ph type="title"/>
          </p:nvPr>
        </p:nvSpPr>
        <p:spPr>
          <a:xfrm>
            <a:off x="165240" y="133920"/>
            <a:ext cx="5943240" cy="247320"/>
          </a:xfrm>
          <a:prstGeom prst="rect">
            <a:avLst/>
          </a:prstGeom>
          <a:noFill/>
          <a:ln w="0">
            <a:noFill/>
          </a:ln>
        </p:spPr>
        <p:txBody>
          <a:bodyPr numCol="1" spcCol="0" lIns="91440" tIns="45720" rIns="91440" bIns="45720" anchor="ctr">
            <a:noAutofit/>
          </a:bodyPr>
          <a:p>
            <a:pPr indent="0" algn="l">
              <a:lnSpc>
                <a:spcPct val="100000"/>
              </a:lnSpc>
              <a:buNone/>
            </a:pPr>
            <a:r>
              <a:rPr lang="de-DE" sz="2170" b="0" u="none" strike="noStrike">
                <a:solidFill>
                  <a:schemeClr val="lt1"/>
                </a:solidFill>
                <a:effectLst/>
                <a:uFillTx/>
                <a:latin typeface="Arial"/>
              </a:rPr>
              <a:t>Eine neue Aufgabe</a:t>
            </a:r>
            <a:endParaRPr lang="de-DE" sz="2170" b="0" u="none" strike="noStrike">
              <a:solidFill>
                <a:schemeClr val="dk2"/>
              </a:solidFill>
              <a:effectLst/>
              <a:uFillTx/>
              <a:latin typeface="Times New Roman"/>
            </a:endParaRPr>
          </a:p>
        </p:txBody>
      </p:sp>
      <p:sp>
        <p:nvSpPr>
          <p:cNvPr id="203" name="Rectangle 4"/>
          <p:cNvSpPr/>
          <p:nvPr/>
        </p:nvSpPr>
        <p:spPr>
          <a:xfrm>
            <a:off x="89280" y="-2153880"/>
            <a:ext cx="9905760" cy="492120"/>
          </a:xfrm>
          <a:prstGeom prst="rect">
            <a:avLst/>
          </a:prstGeom>
          <a:noFill/>
          <a:ln w="0">
            <a:noFill/>
          </a:ln>
        </p:spPr>
        <p:style>
          <a:lnRef idx="0"/>
          <a:fillRef idx="0"/>
          <a:effectRef idx="0"/>
          <a:fontRef idx="minor"/>
        </p:style>
        <p:txBody>
          <a:bodyPr lIns="90000" tIns="45000" rIns="90000" bIns="45000" anchor="t">
            <a:spAutoFit/>
          </a:bodyPr>
          <a:p>
            <a:endParaRPr lang="de-DE" sz="2600" b="0" u="none" strike="noStrike">
              <a:solidFill>
                <a:srgbClr val="000000"/>
              </a:solidFill>
              <a:effectLst/>
              <a:uFillTx/>
              <a:latin typeface="Times New Roman"/>
            </a:endParaRPr>
          </a:p>
        </p:txBody>
      </p:sp>
      <p:pic>
        <p:nvPicPr>
          <p:cNvPr id="204" name="Grafik 2" descr="Ein Bild, das Clipart, Kinderkunst, Grafiken, Kreativität enthält.&#10;&#10;Automatisch generierte Beschreibung"/>
          <p:cNvPicPr/>
          <p:nvPr/>
        </p:nvPicPr>
        <p:blipFill>
          <a:blip r:embed="rId1"/>
          <a:stretch/>
        </p:blipFill>
        <p:spPr>
          <a:xfrm>
            <a:off x="7261560" y="1321200"/>
            <a:ext cx="1725120" cy="1725120"/>
          </a:xfrm>
          <a:prstGeom prst="rect">
            <a:avLst/>
          </a:prstGeom>
          <a:noFill/>
          <a:ln w="0">
            <a:noFill/>
          </a:ln>
        </p:spPr>
      </p:pic>
      <p:sp>
        <p:nvSpPr>
          <p:cNvPr id="205" name="AutoShape 6"/>
          <p:cNvSpPr/>
          <p:nvPr/>
        </p:nvSpPr>
        <p:spPr>
          <a:xfrm>
            <a:off x="516240" y="1460160"/>
            <a:ext cx="6380640" cy="977760"/>
          </a:xfrm>
          <a:prstGeom prst="wedgeRoundRectCallout">
            <a:avLst>
              <a:gd name="adj1" fmla="val -36512"/>
              <a:gd name="adj2" fmla="val 85302"/>
              <a:gd name="adj3" fmla="val 16667"/>
            </a:avLst>
          </a:prstGeom>
          <a:solidFill>
            <a:srgbClr val="FFFFFF"/>
          </a:solidFill>
          <a:ln w="9525">
            <a:solidFill>
              <a:srgbClr val="000000"/>
            </a:solidFill>
            <a:round/>
          </a:ln>
        </p:spPr>
        <p:style>
          <a:lnRef idx="0"/>
          <a:fillRef idx="0"/>
          <a:effectRef idx="0"/>
          <a:fontRef idx="minor"/>
        </p:style>
        <p:txBody>
          <a:bodyPr wrap="none" lIns="88560" tIns="75600" rIns="88560" bIns="44280" anchor="ctr">
            <a:noAutofit/>
          </a:bodyPr>
          <a:p>
            <a:pPr defTabSz="442080">
              <a:lnSpc>
                <a:spcPct val="93000"/>
              </a:lnSpc>
              <a:tabLst>
                <a:tab pos="0" algn="l"/>
              </a:tabLst>
            </a:pPr>
            <a:r>
              <a:rPr lang="de-DE" sz="1620" b="0" u="none" strike="noStrike">
                <a:solidFill>
                  <a:srgbClr val="000000"/>
                </a:solidFill>
                <a:effectLst/>
                <a:uFillTx/>
                <a:latin typeface="Arial"/>
              </a:rPr>
              <a:t>„Der Computerraum muss umgebaut werden: Es werden </a:t>
            </a:r>
            <a:r>
              <a:rPr lang="de-DE" sz="1620" b="1" u="none" strike="noStrike">
                <a:solidFill>
                  <a:srgbClr val="000000"/>
                </a:solidFill>
                <a:effectLst/>
                <a:uFillTx/>
                <a:latin typeface="Arial"/>
              </a:rPr>
              <a:t>wie im</a:t>
            </a:r>
            <a:endParaRPr lang="de-DE" sz="1620" b="0" u="none" strike="noStrike">
              <a:solidFill>
                <a:srgbClr val="000000"/>
              </a:solidFill>
              <a:effectLst/>
              <a:uFillTx/>
              <a:latin typeface="Arial"/>
            </a:endParaRPr>
          </a:p>
          <a:p>
            <a:pPr defTabSz="442080">
              <a:lnSpc>
                <a:spcPct val="93000"/>
              </a:lnSpc>
              <a:tabLst>
                <a:tab pos="0" algn="l"/>
              </a:tabLst>
            </a:pPr>
            <a:r>
              <a:rPr lang="de-DE" sz="1620" b="1" u="none" strike="noStrike">
                <a:solidFill>
                  <a:srgbClr val="000000"/>
                </a:solidFill>
                <a:effectLst/>
                <a:uFillTx/>
                <a:latin typeface="Arial"/>
              </a:rPr>
              <a:t>Klassenzimmer gerade Reihen</a:t>
            </a:r>
            <a:r>
              <a:rPr lang="de-DE" sz="1620" b="0" u="none" strike="noStrike">
                <a:solidFill>
                  <a:srgbClr val="000000"/>
                </a:solidFill>
                <a:effectLst/>
                <a:uFillTx/>
                <a:latin typeface="Arial"/>
              </a:rPr>
              <a:t> gebildet.</a:t>
            </a:r>
            <a:endParaRPr lang="de-DE" sz="1620" b="0" u="none" strike="noStrike">
              <a:solidFill>
                <a:srgbClr val="000000"/>
              </a:solidFill>
              <a:effectLst/>
              <a:uFillTx/>
              <a:latin typeface="Arial"/>
            </a:endParaRPr>
          </a:p>
          <a:p>
            <a:pPr defTabSz="442080">
              <a:lnSpc>
                <a:spcPct val="93000"/>
              </a:lnSpc>
              <a:tabLst>
                <a:tab pos="0" algn="l"/>
              </a:tabLst>
            </a:pPr>
            <a:r>
              <a:rPr lang="de-DE" sz="1620" b="0" u="none" strike="noStrike">
                <a:solidFill>
                  <a:srgbClr val="000000"/>
                </a:solidFill>
                <a:effectLst/>
                <a:uFillTx/>
                <a:latin typeface="Arial"/>
              </a:rPr>
              <a:t>Passe den Grundriss des Computerraums entsprechend an.“</a:t>
            </a:r>
            <a:endParaRPr lang="de-DE" sz="1620" b="0" u="none" strike="noStrike">
              <a:solidFill>
                <a:srgbClr val="000000"/>
              </a:solidFill>
              <a:effectLst/>
              <a:uFillTx/>
              <a:latin typeface="Arial"/>
            </a:endParaRPr>
          </a:p>
        </p:txBody>
      </p:sp>
      <p:sp>
        <p:nvSpPr>
          <p:cNvPr id="206" name="Textfeld 3"/>
          <p:cNvSpPr/>
          <p:nvPr/>
        </p:nvSpPr>
        <p:spPr>
          <a:xfrm>
            <a:off x="4430880" y="2475720"/>
            <a:ext cx="1260720" cy="317160"/>
          </a:xfrm>
          <a:prstGeom prst="rect">
            <a:avLst/>
          </a:prstGeom>
          <a:noFill/>
          <a:ln w="0">
            <a:noFill/>
          </a:ln>
        </p:spPr>
        <p:style>
          <a:lnRef idx="0"/>
          <a:fillRef idx="0"/>
          <a:effectRef idx="0"/>
          <a:fontRef idx="minor"/>
        </p:style>
        <p:txBody>
          <a:bodyPr wrap="none" lIns="90000" tIns="45000" rIns="90000" bIns="45000" anchor="t">
            <a:spAutoFit/>
          </a:bodyPr>
          <a:p>
            <a:pPr defTabSz="743040">
              <a:lnSpc>
                <a:spcPct val="100000"/>
              </a:lnSpc>
              <a:tabLst>
                <a:tab pos="0" algn="l"/>
              </a:tabLst>
            </a:pPr>
            <a:r>
              <a:rPr lang="de-DE" sz="1470" b="0" u="none" strike="noStrike">
                <a:solidFill>
                  <a:srgbClr val="000000"/>
                </a:solidFill>
                <a:effectLst/>
                <a:uFillTx/>
                <a:latin typeface="Times New Roman"/>
              </a:rPr>
              <a:t>Chef des ASG</a:t>
            </a:r>
            <a:endParaRPr lang="de-DE" sz="1470" b="0" u="none" strike="noStrike">
              <a:solidFill>
                <a:srgbClr val="000000"/>
              </a:solidFill>
              <a:effectLst/>
              <a:uFillTx/>
              <a:latin typeface="Arial"/>
            </a:endParaRPr>
          </a:p>
        </p:txBody>
      </p:sp>
      <p:sp>
        <p:nvSpPr>
          <p:cNvPr id="207" name="Textfeld 6"/>
          <p:cNvSpPr/>
          <p:nvPr/>
        </p:nvSpPr>
        <p:spPr>
          <a:xfrm>
            <a:off x="649080" y="3929400"/>
            <a:ext cx="7832520" cy="1063440"/>
          </a:xfrm>
          <a:prstGeom prst="rect">
            <a:avLst/>
          </a:prstGeom>
          <a:solidFill>
            <a:srgbClr val="FFFF00"/>
          </a:solidFill>
          <a:ln w="0">
            <a:noFill/>
          </a:ln>
        </p:spPr>
        <p:style>
          <a:lnRef idx="0"/>
          <a:fillRef idx="0"/>
          <a:effectRef idx="0"/>
          <a:fontRef idx="minor"/>
        </p:style>
        <p:txBody>
          <a:bodyPr lIns="90000" tIns="45000" rIns="90000" bIns="45000" anchor="t">
            <a:spAutoFit/>
          </a:bodyPr>
          <a:p>
            <a:pPr defTabSz="743040">
              <a:lnSpc>
                <a:spcPct val="150000"/>
              </a:lnSpc>
            </a:pPr>
            <a:endParaRPr lang="de-DE" sz="1470" b="0" u="none" strike="noStrike">
              <a:solidFill>
                <a:srgbClr val="000000"/>
              </a:solidFill>
              <a:effectLst/>
              <a:uFillTx/>
              <a:latin typeface="Arial"/>
            </a:endParaRPr>
          </a:p>
          <a:p>
            <a:pPr algn="ctr" defTabSz="743040">
              <a:lnSpc>
                <a:spcPct val="150000"/>
              </a:lnSpc>
            </a:pPr>
            <a:r>
              <a:rPr lang="de-DE" sz="1470" b="1" u="none" strike="noStrike">
                <a:solidFill>
                  <a:srgbClr val="000000"/>
                </a:solidFill>
                <a:effectLst/>
                <a:uFillTx/>
                <a:latin typeface="Arial"/>
              </a:rPr>
              <a:t>Passe</a:t>
            </a:r>
            <a:r>
              <a:rPr lang="de-DE" sz="1470" b="0" u="none" strike="noStrike">
                <a:solidFill>
                  <a:srgbClr val="000000"/>
                </a:solidFill>
                <a:effectLst/>
                <a:uFillTx/>
                <a:latin typeface="Arial"/>
              </a:rPr>
              <a:t> den </a:t>
            </a:r>
            <a:r>
              <a:rPr lang="de-DE" sz="1470" b="1" u="none" strike="noStrike">
                <a:solidFill>
                  <a:srgbClr val="000000"/>
                </a:solidFill>
                <a:effectLst/>
                <a:uFillTx/>
                <a:latin typeface="Arial"/>
              </a:rPr>
              <a:t>Grundriss</a:t>
            </a:r>
            <a:r>
              <a:rPr lang="de-DE" sz="1470" b="0" u="none" strike="noStrike">
                <a:solidFill>
                  <a:srgbClr val="000000"/>
                </a:solidFill>
                <a:effectLst/>
                <a:uFillTx/>
                <a:latin typeface="Arial"/>
              </a:rPr>
              <a:t> </a:t>
            </a:r>
            <a:r>
              <a:rPr lang="de-DE" sz="1470" b="1" u="none" strike="noStrike">
                <a:solidFill>
                  <a:srgbClr val="000000"/>
                </a:solidFill>
                <a:effectLst/>
                <a:uFillTx/>
                <a:latin typeface="Arial"/>
              </a:rPr>
              <a:t>des Klassenzimmers </a:t>
            </a:r>
            <a:r>
              <a:rPr lang="de-DE" sz="1470" b="0" u="none" strike="noStrike">
                <a:solidFill>
                  <a:srgbClr val="000000"/>
                </a:solidFill>
                <a:effectLst/>
                <a:uFillTx/>
                <a:latin typeface="Arial"/>
              </a:rPr>
              <a:t>an die neuen Anforderungen </a:t>
            </a:r>
            <a:r>
              <a:rPr lang="de-DE" sz="1470" b="1" u="none" strike="noStrike">
                <a:solidFill>
                  <a:srgbClr val="000000"/>
                </a:solidFill>
                <a:effectLst/>
                <a:uFillTx/>
                <a:latin typeface="Arial"/>
              </a:rPr>
              <a:t>an.</a:t>
            </a:r>
            <a:endParaRPr lang="de-DE" sz="1470" b="0" u="none" strike="noStrike">
              <a:solidFill>
                <a:srgbClr val="000000"/>
              </a:solidFill>
              <a:effectLst/>
              <a:uFillTx/>
              <a:latin typeface="Arial"/>
            </a:endParaRPr>
          </a:p>
          <a:p>
            <a:pPr defTabSz="743040">
              <a:lnSpc>
                <a:spcPct val="150000"/>
              </a:lnSpc>
            </a:pPr>
            <a:endParaRPr lang="de-DE" sz="14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20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20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Times New Roman" pitchFamily="0" charset="1"/>
        <a:ea typeface=""/>
        <a:cs typeface=""/>
      </a:majorFont>
      <a:minorFont>
        <a:latin typeface="Times New Roman"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0d52e5a-8033-463d-83ef-19e7a3545dd4" xsi:nil="true"/>
    <lcf76f155ced4ddcb4097134ff3c332f xmlns="44cfb9e8-e238-477c-8d0e-57b3f6ac843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3503F2D09F87064F87384B64A0C333E4" ma:contentTypeVersion="8" ma:contentTypeDescription="Ein neues Dokument erstellen." ma:contentTypeScope="" ma:versionID="51cdff2d3dbf7dd16abb4b4735cff994">
  <xsd:schema xmlns:xsd="http://www.w3.org/2001/XMLSchema" xmlns:xs="http://www.w3.org/2001/XMLSchema" xmlns:p="http://schemas.microsoft.com/office/2006/metadata/properties" xmlns:ns2="44cfb9e8-e238-477c-8d0e-57b3f6ac8433" xmlns:ns3="10d52e5a-8033-463d-83ef-19e7a3545dd4" targetNamespace="http://schemas.microsoft.com/office/2006/metadata/properties" ma:root="true" ma:fieldsID="b2c9a7f3c5ddc870d75c8061f0accccd" ns2:_="" ns3:_="">
    <xsd:import namespace="44cfb9e8-e238-477c-8d0e-57b3f6ac8433"/>
    <xsd:import namespace="10d52e5a-8033-463d-83ef-19e7a3545dd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cfb9e8-e238-477c-8d0e-57b3f6ac84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120ac1d1-e7da-4adf-8fbc-689c9ee3bc9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d52e5a-8033-463d-83ef-19e7a3545dd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a08b538-be97-4021-80e5-c04b7646df73}" ma:internalName="TaxCatchAll" ma:showField="CatchAllData" ma:web="10d52e5a-8033-463d-83ef-19e7a3545d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E7E062-398B-4201-8D93-2A054758528C}">
  <ds:schemaRefs>
    <ds:schemaRef ds:uri="http://schemas.microsoft.com/office/2006/documentManagement/types"/>
    <ds:schemaRef ds:uri="http://purl.org/dc/terms/"/>
    <ds:schemaRef ds:uri="http://schemas.openxmlformats.org/package/2006/metadata/core-properties"/>
    <ds:schemaRef ds:uri="http://purl.org/dc/elements/1.1/"/>
    <ds:schemaRef ds:uri="10d52e5a-8033-463d-83ef-19e7a3545dd4"/>
    <ds:schemaRef ds:uri="44cfb9e8-e238-477c-8d0e-57b3f6ac8433"/>
    <ds:schemaRef ds:uri="http://purl.org/dc/dcmitype/"/>
    <ds:schemaRef ds:uri="http://www.w3.org/XML/1998/namespac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980DC511-D79B-4D59-BFF0-C12BF9B17C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cfb9e8-e238-477c-8d0e-57b3f6ac8433"/>
    <ds:schemaRef ds:uri="10d52e5a-8033-463d-83ef-19e7a3545d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177C27-03C8-400B-A020-98D0AB443A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Application>LibreOffice/26.2.3.2$Linux_X86_64 LibreOffice_project/d4d5ed47b6084125f28d269a5650105d54dde034</Application>
  <AppVersion>15.0000</AppVersion>
  <Words>551</Words>
  <Paragraphs>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2023-02-27T07:48:18Z</dcterms:created>
  <dc:creator>Jaeger</dc:creator>
  <dc:description/>
  <dc:language>de-DE</dc:language>
  <cp:lastModifiedBy/>
  <dcterms:modified xsi:type="dcterms:W3CDTF">2026-06-15T11:09:50Z</dcterms:modified>
  <cp:revision>41</cp:revision>
  <dc:subject/>
  <dc:title>Digitale Kunst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0x0101003503F2D09F87064F87384B64A0C333E4</vt:lpwstr>
  </property>
  <property fmtid="{D5CDD505-2E9C-101B-9397-08002B2CF9AE}" pid="3" name="Notes">
    <vt:i4>3</vt:i4>
  </property>
  <property fmtid="{D5CDD505-2E9C-101B-9397-08002B2CF9AE}" pid="4" name="PresentationFormat">
    <vt:lpwstr>A4-Papier (210 x 297 mm)</vt:lpwstr>
  </property>
  <property fmtid="{D5CDD505-2E9C-101B-9397-08002B2CF9AE}" pid="5" name="Slides">
    <vt:i4>21</vt:i4>
  </property>
</Properties>
</file>