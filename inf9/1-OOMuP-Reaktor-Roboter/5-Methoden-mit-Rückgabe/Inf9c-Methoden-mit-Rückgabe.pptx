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409" r:id="rId2"/>
    <p:sldId id="391" r:id="rId3"/>
    <p:sldId id="413" r:id="rId4"/>
    <p:sldId id="404" r:id="rId5"/>
    <p:sldId id="412" r:id="rId6"/>
    <p:sldId id="410" r:id="rId7"/>
    <p:sldId id="415" r:id="rId8"/>
    <p:sldId id="41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25" autoAdjust="0"/>
  </p:normalViewPr>
  <p:slideViewPr>
    <p:cSldViewPr snapToGrid="0">
      <p:cViewPr varScale="1">
        <p:scale>
          <a:sx n="70" d="100"/>
          <a:sy n="70" d="100"/>
        </p:scale>
        <p:origin x="536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01.04.2025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29E5E-2F70-C02E-EBB7-6F771770B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5C3F908-119F-4724-9665-9772C6908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9E71F32-9CF8-99C9-9190-DB2CBED1C1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 err="1">
                <a:solidFill>
                  <a:schemeClr val="bg1"/>
                </a:solidFill>
                <a:latin typeface="Arial" charset="0"/>
              </a:rPr>
              <a:t>Mebis&amp;Sitzplan</a:t>
            </a:r>
            <a:endParaRPr lang="de-DE" altLang="de-DE" sz="2667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1C3AA0E-3E30-FD5D-6445-2A24BF496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9D0B8B0-B5E7-2231-90B1-79C1C7229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7721" y="0"/>
            <a:ext cx="6881296" cy="339175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E889788-10B4-F7BE-6AB2-3E49AF06F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599" y="2203219"/>
            <a:ext cx="6078521" cy="467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814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7CD1C-D215-80A6-C20B-F83C4579B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E4C9478-9ADC-FA47-A9DB-A20E58CEF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t>Bedingte Anweisungen - Stationenarbeit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E512EED-6CE6-E7D9-61AC-AB89C0430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78" y="16046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30" name="Grafik 29" descr="Stoppuhr mit einfarbiger Füllung">
            <a:extLst>
              <a:ext uri="{FF2B5EF4-FFF2-40B4-BE49-F238E27FC236}">
                <a16:creationId xmlns:a16="http://schemas.microsoft.com/office/drawing/2014/main" id="{B4345D51-CB2E-0FA8-D53E-F0D6FD182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413" y="767660"/>
            <a:ext cx="1452153" cy="1452153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9AFF06D8-09E7-DEB4-289D-481CC2E6CBFC}"/>
              </a:ext>
            </a:extLst>
          </p:cNvPr>
          <p:cNvSpPr txBox="1"/>
          <p:nvPr/>
        </p:nvSpPr>
        <p:spPr>
          <a:xfrm>
            <a:off x="472816" y="2093407"/>
            <a:ext cx="40613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5 Minuten pro Station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86EC45D-E0E7-235E-0B7D-087482CF0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312" y="-110164"/>
            <a:ext cx="4957423" cy="772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64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DF889-9E0B-B29A-262B-98D5B4ECD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7EFF344-F4CC-2201-FD23-B938F0936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9E38015-0DB4-166D-5067-7C09B8ABF0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bedingte Wiederholung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6FE2C32A-BDEB-7172-4E3C-323A12D67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1ABAAB6-C438-340C-97B7-3A77843A2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26" y="1464037"/>
            <a:ext cx="6995709" cy="1809515"/>
          </a:xfrm>
          <a:prstGeom prst="rect">
            <a:avLst/>
          </a:prstGeom>
        </p:spPr>
      </p:pic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D2103685-A654-988E-EC3D-D4C3B4ED7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120746"/>
              </p:ext>
            </p:extLst>
          </p:nvPr>
        </p:nvGraphicFramePr>
        <p:xfrm>
          <a:off x="5303519" y="3694177"/>
          <a:ext cx="614308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662">
                  <a:extLst>
                    <a:ext uri="{9D8B030D-6E8A-4147-A177-3AD203B41FA5}">
                      <a16:colId xmlns:a16="http://schemas.microsoft.com/office/drawing/2014/main" val="1240796010"/>
                    </a:ext>
                  </a:extLst>
                </a:gridCol>
                <a:gridCol w="5223425">
                  <a:extLst>
                    <a:ext uri="{9D8B030D-6E8A-4147-A177-3AD203B41FA5}">
                      <a16:colId xmlns:a16="http://schemas.microsoft.com/office/drawing/2014/main" val="356514514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ysClr val="windowText" lastClr="000000"/>
                          </a:solidFill>
                        </a:rPr>
                        <a:t>while</a:t>
                      </a:r>
                      <a:r>
                        <a:rPr lang="de-DE" dirty="0">
                          <a:solidFill>
                            <a:sysClr val="windowText" lastClr="000000"/>
                          </a:solidFill>
                        </a:rPr>
                        <a:t> (Bedingung)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0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anweisung1();</a:t>
                      </a:r>
                    </a:p>
                    <a:p>
                      <a:r>
                        <a:rPr lang="de-DE" dirty="0"/>
                        <a:t>anweisung2();</a:t>
                      </a:r>
                    </a:p>
                    <a:p>
                      <a:endParaRPr lang="de-DE" dirty="0"/>
                    </a:p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70467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605091"/>
                  </a:ext>
                </a:extLst>
              </a:tr>
            </a:tbl>
          </a:graphicData>
        </a:graphic>
      </p:graphicFrame>
      <p:sp>
        <p:nvSpPr>
          <p:cNvPr id="5" name="Ellipse 4">
            <a:extLst>
              <a:ext uri="{FF2B5EF4-FFF2-40B4-BE49-F238E27FC236}">
                <a16:creationId xmlns:a16="http://schemas.microsoft.com/office/drawing/2014/main" id="{704061DE-3004-89EA-19D5-E1518204CFCF}"/>
              </a:ext>
            </a:extLst>
          </p:cNvPr>
          <p:cNvSpPr/>
          <p:nvPr/>
        </p:nvSpPr>
        <p:spPr>
          <a:xfrm>
            <a:off x="1554480" y="1170432"/>
            <a:ext cx="5212080" cy="1115568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181EB3B-A52F-990F-A9F8-98E111F05E94}"/>
              </a:ext>
            </a:extLst>
          </p:cNvPr>
          <p:cNvSpPr/>
          <p:nvPr/>
        </p:nvSpPr>
        <p:spPr>
          <a:xfrm>
            <a:off x="4736592" y="3478765"/>
            <a:ext cx="3855720" cy="78638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5635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3140F-7D39-6AED-EB9A-0CBD7157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E5865D9-C778-5436-4A58-18388BB7B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8BABDBD-B145-4CCD-3814-7D3EECEE6A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Struktogramm – zwei Szenarien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5571FCE7-D43E-4AF3-EABD-C00EB5A7F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9C0B422-AE69-AD20-0828-D1EE66297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23" y="4282026"/>
            <a:ext cx="4469969" cy="186248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D1E5E3A-A373-A308-FDA8-ADF9EA49B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395" y="4265418"/>
            <a:ext cx="4469968" cy="1879095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EBBF9F67-CF9A-54B3-AC52-E2D0A4730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903" y="1049875"/>
            <a:ext cx="6103105" cy="2512322"/>
          </a:xfrm>
          <a:prstGeom prst="rect">
            <a:avLst/>
          </a:prstGeom>
        </p:spPr>
      </p:pic>
      <p:pic>
        <p:nvPicPr>
          <p:cNvPr id="21" name="Grafik 20" descr="Gehirn im Kopf Silhouette">
            <a:extLst>
              <a:ext uri="{FF2B5EF4-FFF2-40B4-BE49-F238E27FC236}">
                <a16:creationId xmlns:a16="http://schemas.microsoft.com/office/drawing/2014/main" id="{737AB700-1EC6-C289-8602-39A0442150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44309" y="718317"/>
            <a:ext cx="1540107" cy="1540107"/>
          </a:xfrm>
          <a:prstGeom prst="rect">
            <a:avLst/>
          </a:prstGeom>
        </p:spPr>
      </p:pic>
      <p:pic>
        <p:nvPicPr>
          <p:cNvPr id="23" name="Grafik 22" descr="Chat Silhouette">
            <a:extLst>
              <a:ext uri="{FF2B5EF4-FFF2-40B4-BE49-F238E27FC236}">
                <a16:creationId xmlns:a16="http://schemas.microsoft.com/office/drawing/2014/main" id="{F877ABB2-03F8-EE2E-6D99-E4AAE0C891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06456" y="2306036"/>
            <a:ext cx="1277960" cy="1277960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F183538C-3BF8-8BDE-1EC0-830807850F00}"/>
              </a:ext>
            </a:extLst>
          </p:cNvPr>
          <p:cNvSpPr/>
          <p:nvPr/>
        </p:nvSpPr>
        <p:spPr>
          <a:xfrm>
            <a:off x="10085832" y="718317"/>
            <a:ext cx="301752" cy="3315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23E5DA42-0674-0148-C416-08D3F0057BEE}"/>
              </a:ext>
            </a:extLst>
          </p:cNvPr>
          <p:cNvSpPr/>
          <p:nvPr/>
        </p:nvSpPr>
        <p:spPr>
          <a:xfrm>
            <a:off x="10094976" y="2344392"/>
            <a:ext cx="301752" cy="3315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48713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B1D4A-0A74-9F2A-9898-D26B5375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8D8B0C96-DAC2-4589-B9A0-6AF6F53C3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7D96337-F6B3-F179-3B94-69B9AFD61E4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 5 Aufgabe 2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0A892EF5-FAF0-1398-E82C-F58E6E6D7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F75E0BF-AB52-3E9E-DE10-57356B7D564E}"/>
              </a:ext>
            </a:extLst>
          </p:cNvPr>
          <p:cNvSpPr txBox="1"/>
          <p:nvPr/>
        </p:nvSpPr>
        <p:spPr>
          <a:xfrm>
            <a:off x="617220" y="1508997"/>
            <a:ext cx="10565892" cy="2019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8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Sobald fertig: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Beschreibe, was verändert werden muss, wenn im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-Block nicht mehr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sondern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steht und im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else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-Block entsprechend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de-DE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353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3C6C8-0C2E-1C5E-C25E-4F16247E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7722584B-F74F-DA7F-77E1-5F1AAEA55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D2C918D-956B-5DDE-D41F-03401E587C5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Programmierübung 5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78258170-4CD5-1874-C687-452F71A2E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DAF3FA9-00B5-A69D-6B6F-55E32B6D0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5328" y="0"/>
            <a:ext cx="6858000" cy="6858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6E71F250-4C1F-91E4-A9BE-98579A2B4BF4}"/>
              </a:ext>
            </a:extLst>
          </p:cNvPr>
          <p:cNvSpPr txBox="1"/>
          <p:nvPr/>
        </p:nvSpPr>
        <p:spPr>
          <a:xfrm>
            <a:off x="200889" y="2414016"/>
            <a:ext cx="32768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/>
              <a:t>Aufgabe 1-5</a:t>
            </a:r>
          </a:p>
          <a:p>
            <a:r>
              <a:rPr lang="de-DE" sz="4800" dirty="0"/>
              <a:t>Wenn fertig:</a:t>
            </a:r>
          </a:p>
          <a:p>
            <a:r>
              <a:rPr lang="de-DE" sz="4800" dirty="0"/>
              <a:t>Aufgabe 6-9</a:t>
            </a:r>
          </a:p>
        </p:txBody>
      </p:sp>
    </p:spTree>
    <p:extLst>
      <p:ext uri="{BB962C8B-B14F-4D97-AF65-F5344CB8AC3E}">
        <p14:creationId xmlns:p14="http://schemas.microsoft.com/office/powerpoint/2010/main" val="2941399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6F69E-4BD3-5F82-E970-3FF58D0E3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5C8B4B4-7B50-88F3-ECE7-72B36E85D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1DFBD4C-0BD0-F0C3-FE8E-BEA47C9211F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 5 A1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FC7034D9-0A17-6901-A725-1A54E394B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EA94847-FEBC-59A0-93EA-9695E957A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9504" y="0"/>
            <a:ext cx="6697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825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EF042-BD18-962F-5B72-42D349A8D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D87C998-573D-596B-1E2E-FB9B93811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F085FD3E-D0D0-907C-A4F0-0C0941297B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Programmierübung 5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5B1D5A9-942F-A0C6-9C9F-DD849F3EF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DE1BBE9-55BE-B3A4-DF7C-1C7F66349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89400" y="1409780"/>
            <a:ext cx="6858000" cy="3398359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84286B5F-5B75-CE23-5FD8-770D0712BFA1}"/>
              </a:ext>
            </a:extLst>
          </p:cNvPr>
          <p:cNvSpPr txBox="1"/>
          <p:nvPr/>
        </p:nvSpPr>
        <p:spPr>
          <a:xfrm>
            <a:off x="200889" y="2414016"/>
            <a:ext cx="386958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/>
              <a:t>Aufgabe 10</a:t>
            </a:r>
          </a:p>
          <a:p>
            <a:r>
              <a:rPr lang="de-DE" sz="4800" dirty="0"/>
              <a:t>Wenn fertig:</a:t>
            </a:r>
          </a:p>
          <a:p>
            <a:r>
              <a:rPr lang="de-DE" sz="4800" dirty="0"/>
              <a:t>Aufgabe 11-13</a:t>
            </a:r>
          </a:p>
        </p:txBody>
      </p:sp>
    </p:spTree>
    <p:extLst>
      <p:ext uri="{BB962C8B-B14F-4D97-AF65-F5344CB8AC3E}">
        <p14:creationId xmlns:p14="http://schemas.microsoft.com/office/powerpoint/2010/main" val="2017900438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Breitbild</PresentationFormat>
  <Paragraphs>24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Arial</vt:lpstr>
      <vt:lpstr>Times New Roman</vt:lpstr>
      <vt:lpstr>Standarddesign</vt:lpstr>
      <vt:lpstr>Mebis&amp;Sitzplan</vt:lpstr>
      <vt:lpstr>PowerPoint-Präsentation</vt:lpstr>
      <vt:lpstr>Wiederholung: bedingte Wiederholung</vt:lpstr>
      <vt:lpstr>Wiederholung: Struktogramm – zwei Szenarien</vt:lpstr>
      <vt:lpstr>AB 5 Aufgabe 2</vt:lpstr>
      <vt:lpstr>Programmierübung 5</vt:lpstr>
      <vt:lpstr>AB 5 A1</vt:lpstr>
      <vt:lpstr>Programmierübung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251</cp:revision>
  <dcterms:created xsi:type="dcterms:W3CDTF">2024-12-17T13:39:15Z</dcterms:created>
  <dcterms:modified xsi:type="dcterms:W3CDTF">2025-04-01T19:26:43Z</dcterms:modified>
</cp:coreProperties>
</file>