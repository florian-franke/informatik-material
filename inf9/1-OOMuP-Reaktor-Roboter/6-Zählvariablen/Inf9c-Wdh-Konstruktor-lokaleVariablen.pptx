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409" r:id="rId2"/>
    <p:sldId id="418" r:id="rId3"/>
    <p:sldId id="417" r:id="rId4"/>
    <p:sldId id="41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25" autoAdjust="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27.05.2025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29E5E-2F70-C02E-EBB7-6F771770B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5C3F908-119F-4724-9665-9772C6908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9E71F32-9CF8-99C9-9190-DB2CBED1C1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Sitzplan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1C3AA0E-3E30-FD5D-6445-2A24BF496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183B2A0-94DC-EF42-4CC6-2BC652D3F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367" y="921025"/>
            <a:ext cx="8917265" cy="528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814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D7431-E053-D879-3BBF-729758AB5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80D63E-962B-4AFE-689C-874822347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t>Wiederholung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A774980-7EF1-3D90-1CC1-E3B34053D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78" y="16046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052D313-B44F-F650-EE59-EB019AA3D74F}"/>
              </a:ext>
            </a:extLst>
          </p:cNvPr>
          <p:cNvSpPr txBox="1"/>
          <p:nvPr/>
        </p:nvSpPr>
        <p:spPr>
          <a:xfrm>
            <a:off x="209043" y="1510473"/>
            <a:ext cx="117739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Überlege (stillschweigend) wie du einem Laien erklären kannst, was ein Konstruktor macht und woran man ihn erkennt. Schaut bei Bedarf auf die ABs der Stationen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Erkläre den Begriff Konstruktor deiner Banknachbarin/deinem Banknachbarn.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Die andere Person schreibt einen Konstruktor für die Klasse Roboter auf. Attribute: </a:t>
            </a:r>
            <a:r>
              <a:rPr lang="de-DE" sz="3200" b="1" dirty="0" err="1">
                <a:solidFill>
                  <a:srgbClr val="000000"/>
                </a:solidFill>
                <a:latin typeface="Times New Roman"/>
              </a:rPr>
              <a:t>energie</a:t>
            </a: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de-DE" sz="3200" b="1" dirty="0" err="1">
                <a:solidFill>
                  <a:srgbClr val="000000"/>
                </a:solidFill>
                <a:latin typeface="Times New Roman"/>
              </a:rPr>
              <a:t>anzahlSchritte</a:t>
            </a: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799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F415D-BC42-7DCF-AD28-BB4E61F5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683946-C635-BEE8-AB89-9FB4D834F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t>Wiederholung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382D6E5-2702-D3FF-CCE7-C815152FD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78" y="16046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60BFF0E-127B-257D-2BC9-D4924A95A92A}"/>
              </a:ext>
            </a:extLst>
          </p:cNvPr>
          <p:cNvSpPr txBox="1"/>
          <p:nvPr/>
        </p:nvSpPr>
        <p:spPr>
          <a:xfrm>
            <a:off x="209043" y="1510473"/>
            <a:ext cx="117739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Beschreibt den Unterschied zwischen einer globalen und einer lokalen Variablen.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Nennt jeweils ein Beispiel</a:t>
            </a: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  <a:sym typeface="Wingdings" panose="05000000000000000000" pitchFamily="2" charset="2"/>
              </a:rPr>
              <a:t> Auf Zettel</a:t>
            </a:r>
            <a:endParaRPr lang="de-DE" sz="3200" b="1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135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C8917-E3AE-A538-110E-1F63819A6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9AD9D5-58B5-6CA4-FD41-1BBD7708E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dirty="0">
                <a:solidFill>
                  <a:srgbClr val="FFFFFF"/>
                </a:solidFill>
              </a:rPr>
              <a:t>Programmierübung</a:t>
            </a:r>
            <a:endParaRPr kumimoji="0" lang="de-DE" altLang="de-DE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678892-C655-ED04-2D8E-37ED38A1A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78" y="16046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A0C56C78-F578-337F-80F3-C31690DD3E12}"/>
              </a:ext>
            </a:extLst>
          </p:cNvPr>
          <p:cNvSpPr txBox="1"/>
          <p:nvPr/>
        </p:nvSpPr>
        <p:spPr>
          <a:xfrm>
            <a:off x="209043" y="1510473"/>
            <a:ext cx="117739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Aufgabe 1-2 (Wenn</a:t>
            </a:r>
            <a:r>
              <a:rPr kumimoji="0" lang="de-DE" sz="32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fertig: Aufgabe 3)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Aufgabe 4-5 (Wenn fertig: Aufgabe 6)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Aufgabe 7 (Wenn fertig: Aufgabe 8)</a:t>
            </a:r>
          </a:p>
        </p:txBody>
      </p:sp>
    </p:spTree>
    <p:extLst>
      <p:ext uri="{BB962C8B-B14F-4D97-AF65-F5344CB8AC3E}">
        <p14:creationId xmlns:p14="http://schemas.microsoft.com/office/powerpoint/2010/main" val="268306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</p:bld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Breitbild</PresentationFormat>
  <Paragraphs>18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Arial</vt:lpstr>
      <vt:lpstr>Times New Roman</vt:lpstr>
      <vt:lpstr>Standarddesign</vt:lpstr>
      <vt:lpstr>Sitzplan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266</cp:revision>
  <dcterms:created xsi:type="dcterms:W3CDTF">2024-12-17T13:39:15Z</dcterms:created>
  <dcterms:modified xsi:type="dcterms:W3CDTF">2025-05-27T20:45:25Z</dcterms:modified>
</cp:coreProperties>
</file>