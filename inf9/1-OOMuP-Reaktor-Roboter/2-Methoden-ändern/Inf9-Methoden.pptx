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414" r:id="rId2"/>
    <p:sldId id="404" r:id="rId3"/>
    <p:sldId id="410" r:id="rId4"/>
    <p:sldId id="405" r:id="rId5"/>
    <p:sldId id="411" r:id="rId6"/>
    <p:sldId id="412" r:id="rId7"/>
    <p:sldId id="41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E4FB4-6109-6D61-6B46-D7B5FFBE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D2006C2-9F39-88B2-64B2-F56211F99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361AF90-BA3B-BAAC-1DAE-939E91C79A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Regeln im Computerraum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5871B68-FAE8-8C7B-095D-072830FF8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3CDE182-CA01-3423-0098-266C9F312C49}"/>
              </a:ext>
            </a:extLst>
          </p:cNvPr>
          <p:cNvSpPr txBox="1"/>
          <p:nvPr/>
        </p:nvSpPr>
        <p:spPr>
          <a:xfrm>
            <a:off x="702023" y="2086897"/>
            <a:ext cx="10164097" cy="31085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Der Arbeitsauftrag wird befolgt (meist steht der vorne an der Tafel/am </a:t>
            </a:r>
            <a:r>
              <a:rPr lang="de-DE" sz="2800" b="1" dirty="0" err="1"/>
              <a:t>Beamer</a:t>
            </a:r>
            <a:r>
              <a:rPr lang="de-DE" sz="28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Es werden keine anderen Programme/Apps angeklickt, die nicht benötigt werden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b="1" dirty="0"/>
              <a:t>Nicht beim Banknachbar/bei der Banknachbarin tippen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413A174-E240-122D-D940-64459AE36EA8}"/>
              </a:ext>
            </a:extLst>
          </p:cNvPr>
          <p:cNvSpPr txBox="1"/>
          <p:nvPr/>
        </p:nvSpPr>
        <p:spPr>
          <a:xfrm>
            <a:off x="10866120" y="1851645"/>
            <a:ext cx="103425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99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475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095E0BF-FF67-D417-0AC7-9D0E2CBB0F74}"/>
              </a:ext>
            </a:extLst>
          </p:cNvPr>
          <p:cNvSpPr txBox="1"/>
          <p:nvPr/>
        </p:nvSpPr>
        <p:spPr>
          <a:xfrm>
            <a:off x="599768" y="1061884"/>
            <a:ext cx="900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Klassenkarte.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D76F6D9-D41C-EF94-9522-9BE53144CF13}"/>
              </a:ext>
            </a:extLst>
          </p:cNvPr>
          <p:cNvGrpSpPr/>
          <p:nvPr/>
        </p:nvGrpSpPr>
        <p:grpSpPr>
          <a:xfrm>
            <a:off x="4347771" y="2841522"/>
            <a:ext cx="5417574" cy="3474883"/>
            <a:chOff x="835742" y="2212258"/>
            <a:chExt cx="5417574" cy="347488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111C84CD-CE5A-30D3-5365-41CAB902AFC0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4BB174C-7F9B-B546-A7AA-8BB1D5981805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F157D83-6EF6-C984-FC74-B9304F9A236E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9C92A27E-9B35-8D24-41D8-C8AF871EDD12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3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DC7CA7-F7F5-F04F-1DC5-886053749163}"/>
              </a:ext>
            </a:extLst>
          </p:cNvPr>
          <p:cNvSpPr txBox="1"/>
          <p:nvPr/>
        </p:nvSpPr>
        <p:spPr>
          <a:xfrm>
            <a:off x="599768" y="2861186"/>
            <a:ext cx="2920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Klassenname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2E0BCC-26CE-F0B7-AF9C-C6BA78E27011}"/>
              </a:ext>
            </a:extLst>
          </p:cNvPr>
          <p:cNvSpPr txBox="1"/>
          <p:nvPr/>
        </p:nvSpPr>
        <p:spPr>
          <a:xfrm>
            <a:off x="599768" y="3932938"/>
            <a:ext cx="3090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Eigenschaften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9A85214-408D-9DFF-FED8-C2CF09D28437}"/>
              </a:ext>
            </a:extLst>
          </p:cNvPr>
          <p:cNvSpPr txBox="1"/>
          <p:nvPr/>
        </p:nvSpPr>
        <p:spPr>
          <a:xfrm>
            <a:off x="599768" y="5168535"/>
            <a:ext cx="26068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</a:rPr>
              <a:t>Fähigkeiten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D3D295-3B9D-F1BC-5FBD-5AE1F2CC58F9}"/>
              </a:ext>
            </a:extLst>
          </p:cNvPr>
          <p:cNvSpPr txBox="1"/>
          <p:nvPr/>
        </p:nvSpPr>
        <p:spPr>
          <a:xfrm>
            <a:off x="4403639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31A0EF4-49B3-D128-C7BB-8D44AEC9412B}"/>
              </a:ext>
            </a:extLst>
          </p:cNvPr>
          <p:cNvSpPr txBox="1"/>
          <p:nvPr/>
        </p:nvSpPr>
        <p:spPr>
          <a:xfrm>
            <a:off x="4403639" y="2879621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EF5E518-3D11-A0DD-8FDA-A194EDA45DAF}"/>
              </a:ext>
            </a:extLst>
          </p:cNvPr>
          <p:cNvSpPr txBox="1"/>
          <p:nvPr/>
        </p:nvSpPr>
        <p:spPr>
          <a:xfrm>
            <a:off x="4403639" y="5011498"/>
            <a:ext cx="35702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methode1();</a:t>
            </a:r>
          </a:p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methode2();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DAE92-4D86-D08C-9BBA-6251D77E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11B232E-684B-EDC2-500A-035F3B9A3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82C4C84E-3EC6-19CB-D73F-29AC7E7C8D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BD0CFE8-922A-8E4E-D8C4-9D452B6C8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AA82D6C-D0ED-1435-CE78-493657CF8875}"/>
              </a:ext>
            </a:extLst>
          </p:cNvPr>
          <p:cNvSpPr txBox="1"/>
          <p:nvPr/>
        </p:nvSpPr>
        <p:spPr>
          <a:xfrm>
            <a:off x="599768" y="1061884"/>
            <a:ext cx="1095684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Eine Klasse ist wie ein Bauplan, aus dem man etwas</a:t>
            </a:r>
          </a:p>
          <a:p>
            <a:r>
              <a:rPr lang="de-DE" sz="4000" dirty="0"/>
              <a:t>generieren kann.</a:t>
            </a:r>
          </a:p>
          <a:p>
            <a:r>
              <a:rPr lang="de-DE" sz="4000" dirty="0"/>
              <a:t>Nennt ein Beispiel für eine Klasse. </a:t>
            </a:r>
          </a:p>
          <a:p>
            <a:endParaRPr lang="de-DE" sz="4000" dirty="0"/>
          </a:p>
          <a:p>
            <a:r>
              <a:rPr lang="de-DE" sz="4000" dirty="0"/>
              <a:t>Zeichne eine Klassenkarte.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A243BDA-7D96-622B-A725-F620277743CA}"/>
              </a:ext>
            </a:extLst>
          </p:cNvPr>
          <p:cNvGrpSpPr/>
          <p:nvPr/>
        </p:nvGrpSpPr>
        <p:grpSpPr>
          <a:xfrm>
            <a:off x="6304587" y="3088410"/>
            <a:ext cx="5417574" cy="3474883"/>
            <a:chOff x="835742" y="2212258"/>
            <a:chExt cx="5417574" cy="3474883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2ED5E025-9E3E-F7FE-A16D-9A39E0CB804F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5C36D846-B9EC-370E-A2A2-44115A7A9A01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E6DE9EF-81BA-6579-7CD9-3E0537AE7DF7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BB8C463C-C976-6C70-EE17-603548CE23D9}"/>
              </a:ext>
            </a:extLst>
          </p:cNvPr>
          <p:cNvSpPr txBox="1"/>
          <p:nvPr/>
        </p:nvSpPr>
        <p:spPr>
          <a:xfrm>
            <a:off x="6360455" y="3126509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45E41BE-1764-E029-CC4C-60CB1BCD9593}"/>
              </a:ext>
            </a:extLst>
          </p:cNvPr>
          <p:cNvSpPr txBox="1"/>
          <p:nvPr/>
        </p:nvSpPr>
        <p:spPr>
          <a:xfrm>
            <a:off x="6360455" y="3780158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36A5F3D-83B6-8C5D-5A14-64009C80186C}"/>
              </a:ext>
            </a:extLst>
          </p:cNvPr>
          <p:cNvSpPr txBox="1"/>
          <p:nvPr/>
        </p:nvSpPr>
        <p:spPr>
          <a:xfrm>
            <a:off x="6360455" y="5258386"/>
            <a:ext cx="357020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methode1();</a:t>
            </a:r>
          </a:p>
          <a:p>
            <a:r>
              <a:rPr lang="de-DE" sz="40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methode2();</a:t>
            </a:r>
          </a:p>
        </p:txBody>
      </p:sp>
    </p:spTree>
    <p:extLst>
      <p:ext uri="{BB962C8B-B14F-4D97-AF65-F5344CB8AC3E}">
        <p14:creationId xmlns:p14="http://schemas.microsoft.com/office/powerpoint/2010/main" val="304583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7582-8307-05C9-721E-17F1074C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959002A-809B-1D93-9361-60514935A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2B3A371-CA5A-7276-C70C-F31DD90E0D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E7C80A1-BEBE-5A5C-8A20-66A2B4695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3B7C8E3-65A0-8BD2-DFA5-5FE516E2BAD5}"/>
              </a:ext>
            </a:extLst>
          </p:cNvPr>
          <p:cNvSpPr txBox="1"/>
          <p:nvPr/>
        </p:nvSpPr>
        <p:spPr>
          <a:xfrm>
            <a:off x="599768" y="1061884"/>
            <a:ext cx="8775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Objektkarte.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BA7D8A-8E12-533E-1B8D-D59E16343746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2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43B658-022F-1A1C-6968-DD0CA131D90E}"/>
              </a:ext>
            </a:extLst>
          </p:cNvPr>
          <p:cNvSpPr txBox="1"/>
          <p:nvPr/>
        </p:nvSpPr>
        <p:spPr>
          <a:xfrm>
            <a:off x="599768" y="2861186"/>
            <a:ext cx="2691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Objektname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01FB644-518F-B312-5ECC-DF313D3E1D21}"/>
              </a:ext>
            </a:extLst>
          </p:cNvPr>
          <p:cNvSpPr txBox="1"/>
          <p:nvPr/>
        </p:nvSpPr>
        <p:spPr>
          <a:xfrm>
            <a:off x="202841" y="3925313"/>
            <a:ext cx="4447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(Wert-)Zuweisungen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02C098-9AB0-5B2A-2072-D2D5E9496B8F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1E03C32-9298-6438-711D-E8737F40188D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E8A5519-D0A6-71DA-A5F1-0B7A3B647210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5003F15-8275-747D-11DC-AD101F595A13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3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4" grpId="0" animBg="1"/>
      <p:bldP spid="15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06CF7-A5B1-641A-019F-49645B617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3557DDE-F544-BD8B-48C9-B678AB775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4EA4F39-29AE-89A3-74FE-A3501C048B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9222B31-7D81-BAE6-8E7D-6A45147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E1ADB75-FB01-93D2-0210-B53A4933346E}"/>
              </a:ext>
            </a:extLst>
          </p:cNvPr>
          <p:cNvSpPr txBox="1"/>
          <p:nvPr/>
        </p:nvSpPr>
        <p:spPr>
          <a:xfrm>
            <a:off x="599768" y="1061884"/>
            <a:ext cx="8119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Zeichne eine beispielhafte Objektkarte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CFD3688-5137-53F4-1777-51ECADCD3CC6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D008C5A-4EBC-9CF3-A104-442DED8012EC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0375642-202A-DF95-30C9-423BED101A3C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A36CB3B5-D431-6F7B-6C37-D5C8F8252116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780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E3164-461E-80EF-D1AA-5BAF393FC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F80DAE8-AB9C-83F6-BAD9-D8E583517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431ACE78-FDB9-E365-D89F-27E8936BB8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Pair </a:t>
            </a:r>
            <a:r>
              <a:rPr lang="de-DE" altLang="de-DE" sz="2667" dirty="0" err="1">
                <a:solidFill>
                  <a:schemeClr val="bg1"/>
                </a:solidFill>
                <a:latin typeface="Arial" charset="0"/>
              </a:rPr>
              <a:t>Programming</a:t>
            </a:r>
            <a:endParaRPr lang="de-DE" altLang="de-DE" sz="2667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3AB1526-E4BB-B3BA-C2CD-8628DDAB4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3B5F6C6-858C-701F-AE28-F28B27F9D675}"/>
              </a:ext>
            </a:extLst>
          </p:cNvPr>
          <p:cNvSpPr txBox="1"/>
          <p:nvPr/>
        </p:nvSpPr>
        <p:spPr>
          <a:xfrm>
            <a:off x="636071" y="762000"/>
            <a:ext cx="3484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Pair </a:t>
            </a:r>
            <a:r>
              <a:rPr lang="de-DE" sz="3200" b="1" dirty="0" err="1"/>
              <a:t>Programming</a:t>
            </a:r>
            <a:endParaRPr lang="de-DE" sz="32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3A2135A-6013-5044-C6CF-C3EEBFCFE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80" y="1635145"/>
            <a:ext cx="5166740" cy="343063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72A1AFB-9BC5-63D0-A1B9-E17C7FC216EB}"/>
              </a:ext>
            </a:extLst>
          </p:cNvPr>
          <p:cNvSpPr txBox="1"/>
          <p:nvPr/>
        </p:nvSpPr>
        <p:spPr>
          <a:xfrm>
            <a:off x="7646471" y="768096"/>
            <a:ext cx="3253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b="1" dirty="0"/>
              <a:t>Für die Schnellen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3351A2-C4BC-DD6E-0701-81BE15EB9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926" y="1511367"/>
            <a:ext cx="6121715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7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6A27D-80B0-0FFD-64EC-FBFC3239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4401F33-7F72-C23B-15D3-C775C022B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4733C4C-5996-8F3D-5401-9798AF4A3A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Jetzt wird programmiert!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47DD96C-DD20-F5B1-D1B4-852062592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9D058D5-0119-463B-DD4C-803CE60E1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713" y="152400"/>
            <a:ext cx="6167871" cy="65854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924FD2B-A0D3-9FB4-7605-9AC7AB6C1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3974187"/>
            <a:ext cx="4016513" cy="276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04332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Breitbild</PresentationFormat>
  <Paragraphs>46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Aptos</vt:lpstr>
      <vt:lpstr>Arial</vt:lpstr>
      <vt:lpstr>Courier New</vt:lpstr>
      <vt:lpstr>Times New Roman</vt:lpstr>
      <vt:lpstr>Standarddesign</vt:lpstr>
      <vt:lpstr>Regeln im Computerraum</vt:lpstr>
      <vt:lpstr>Wiederholung: Klassenkarte</vt:lpstr>
      <vt:lpstr>Wiederholung: Klassenkarte</vt:lpstr>
      <vt:lpstr>Wiederholung: Objektkarte</vt:lpstr>
      <vt:lpstr>Wiederholung: Objektkarte</vt:lpstr>
      <vt:lpstr>Pair Programming</vt:lpstr>
      <vt:lpstr>Jetzt wird programmiert!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234</cp:revision>
  <dcterms:created xsi:type="dcterms:W3CDTF">2024-12-17T13:39:15Z</dcterms:created>
  <dcterms:modified xsi:type="dcterms:W3CDTF">2026-06-24T21:34:48Z</dcterms:modified>
</cp:coreProperties>
</file>