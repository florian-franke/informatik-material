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409" r:id="rId2"/>
    <p:sldId id="416" r:id="rId3"/>
    <p:sldId id="418" r:id="rId4"/>
    <p:sldId id="417" r:id="rId5"/>
    <p:sldId id="39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23.05.2025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Sitzplan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183B2A0-94DC-EF42-4CC6-2BC652D3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67" y="921025"/>
            <a:ext cx="8917265" cy="528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6E5E-04C9-B564-DFEB-65DDF138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BC17C0-1633-D999-27A9-38CCDEC78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Jampf</a:t>
            </a: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/Classroom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75C2473-EE0C-1A52-93DD-937735F2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9413635-E60D-8ADF-2D9F-45E3D0215D14}"/>
              </a:ext>
            </a:extLst>
          </p:cNvPr>
          <p:cNvSpPr txBox="1"/>
          <p:nvPr/>
        </p:nvSpPr>
        <p:spPr>
          <a:xfrm>
            <a:off x="209043" y="1510473"/>
            <a:ext cx="11773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Jampf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/Classroom testen</a:t>
            </a:r>
          </a:p>
        </p:txBody>
      </p:sp>
    </p:spTree>
    <p:extLst>
      <p:ext uri="{BB962C8B-B14F-4D97-AF65-F5344CB8AC3E}">
        <p14:creationId xmlns:p14="http://schemas.microsoft.com/office/powerpoint/2010/main" val="194913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7431-E053-D879-3BBF-729758A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D63E-962B-4AFE-689C-87482234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Wiederholung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774980-7EF1-3D90-1CC1-E3B34053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052D313-B44F-F650-EE59-EB019AA3D74F}"/>
              </a:ext>
            </a:extLst>
          </p:cNvPr>
          <p:cNvSpPr txBox="1"/>
          <p:nvPr/>
        </p:nvSpPr>
        <p:spPr>
          <a:xfrm>
            <a:off x="209043" y="1510473"/>
            <a:ext cx="1177391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Überlege (stillschweigend) wie du einem Laien erklären kannst, was ein Konstruktor macht und woran man ihn erkennt. Schaut bei Bedarf auf die ABs der Stationen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Erkläre den Begriff Konstruktor deiner Banknachbarin/deinem Banknachbarn.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Die andere Person schreibt einen Konstruktor für die Klasse Roboter auf. Attribute: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energie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anzahlSchritte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799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415D-BC42-7DCF-AD28-BB4E61F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683946-C635-BEE8-AB89-9FB4D834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Leitfragen für den Text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82D6E5-2702-D3FF-CCE7-C815152F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60BFF0E-127B-257D-2BC9-D4924A95A92A}"/>
              </a:ext>
            </a:extLst>
          </p:cNvPr>
          <p:cNvSpPr txBox="1"/>
          <p:nvPr/>
        </p:nvSpPr>
        <p:spPr>
          <a:xfrm>
            <a:off x="209043" y="1510473"/>
            <a:ext cx="11773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Beschreibt den Unterschied zwischen einer globalen und einer lokalen Variablen.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Nennt jeweils ein Beispiel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  <a:sym typeface="Wingdings" panose="05000000000000000000" pitchFamily="2" charset="2"/>
              </a:rPr>
              <a:t> Auf Zettel</a:t>
            </a:r>
            <a:endParaRPr lang="de-DE" sz="3200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35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CD1C-D215-80A6-C20B-F83C4579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4C9478-9ADC-FA47-A9DB-A20E58CE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Leitfragen für den Text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512EED-6CE6-E7D9-61AC-AB89C043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AFF06D8-09E7-DEB4-289D-481CC2E6CBFC}"/>
              </a:ext>
            </a:extLst>
          </p:cNvPr>
          <p:cNvSpPr txBox="1"/>
          <p:nvPr/>
        </p:nvSpPr>
        <p:spPr>
          <a:xfrm>
            <a:off x="232556" y="814734"/>
            <a:ext cx="1177391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1) Beschreibe, was man unter dem Zustand eines Objektes versteht.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  <a:sym typeface="Wingdings" panose="05000000000000000000" pitchFamily="2" charset="2"/>
              </a:rPr>
              <a:t> Auf Zettel</a:t>
            </a: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2) Benenne den Unterschied zwischen Variablen, den du beim Inspizieren eines Objektes feststellst. Welche zwei Fälle gibt 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3) Beschreibe das Schubladenmodell für Variablen.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4) Benenne die Schritte, die notwendig sind, </a:t>
            </a:r>
            <a:r>
              <a:rPr kumimoji="0" lang="de-DE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dami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t der Roboter seine Schritte zählt.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86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Breitbild</PresentationFormat>
  <Paragraphs>23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Arial</vt:lpstr>
      <vt:lpstr>Times New Roman</vt:lpstr>
      <vt:lpstr>Standarddesign</vt:lpstr>
      <vt:lpstr>Sitzplan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262</cp:revision>
  <dcterms:created xsi:type="dcterms:W3CDTF">2024-12-17T13:39:15Z</dcterms:created>
  <dcterms:modified xsi:type="dcterms:W3CDTF">2025-05-23T09:07:17Z</dcterms:modified>
</cp:coreProperties>
</file>