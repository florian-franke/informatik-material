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409" r:id="rId2"/>
    <p:sldId id="418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125" autoAdjust="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2T18:30:10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1 143 24151,'1721'-143'0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2T18:30:37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1694 24386,'4008'-1693'0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2T18:31:44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24575,'95'57'0,"-39"-20"0,-40-26 0,0 0 0,-1 1 0,22 24 0,12 10 0,-23-22 0,-21-19 0,0-1 0,0 1 0,0-1 0,0 0 0,1 0 0,0 0 0,-1-1 0,1 0 0,11 4 0,1-1 0,18 6 0,1-2 0,1-1 0,52 6 0,-79-15 0,0 1 0,0 0 0,0 1 0,0 1 0,-1-1 0,1 2 0,-1-1 0,1 1 0,-1 1 0,-1 0 0,11 7 0,-11-7 14,0 0-1,0-1 0,1 0 0,-1 0 1,1-1-1,0 0 0,0-1 1,17 2-1,5-1-756,45-3 1,-57-1-6084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4FC7C-4090-4DE3-B7A6-823389B1DB10}" type="datetimeFigureOut">
              <a:rPr lang="de-DE" smtClean="0"/>
              <a:t>02.06.2025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C4371-8A94-497C-981A-5985C1B3E1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439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609585" indent="0" algn="ctr">
              <a:buNone/>
              <a:defRPr/>
            </a:lvl2pPr>
            <a:lvl3pPr marL="1219170" indent="0" algn="ctr">
              <a:buNone/>
              <a:defRPr/>
            </a:lvl3pPr>
            <a:lvl4pPr marL="1828754" indent="0" algn="ctr">
              <a:buNone/>
              <a:defRPr/>
            </a:lvl4pPr>
            <a:lvl5pPr marL="2438339" indent="0" algn="ctr">
              <a:buNone/>
              <a:defRPr/>
            </a:lvl5pPr>
            <a:lvl6pPr marL="3047924" indent="0" algn="ctr">
              <a:buNone/>
              <a:defRPr/>
            </a:lvl6pPr>
            <a:lvl7pPr marL="3657509" indent="0" algn="ctr">
              <a:buNone/>
              <a:defRPr/>
            </a:lvl7pPr>
            <a:lvl8pPr marL="4267093" indent="0" algn="ctr">
              <a:buNone/>
              <a:defRPr/>
            </a:lvl8pPr>
            <a:lvl9pPr marL="4876678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9D955-DF9D-41CC-8346-A66ABF961EC2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6710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13D6CF-C951-4233-8C05-FC2B7D27C8E5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911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/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6D5AE-7254-4A0E-BF27-8ACCF86131F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40038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2D9C1-8307-48E2-95E3-5C299A4B6B87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9066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21E99-019C-4610-8E89-15627F058E74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714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DCD810-417C-4FC0-911C-8A532555A5F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67788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F58B3-F613-4188-ABD5-75C2EFD60343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2602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F907C-0B38-4B04-B99A-47828357F1E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5083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B12EC-29C9-4953-96D2-AC1247C0411B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9738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B2177-6598-49A4-A093-FCDB8A1488ED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914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BC58-F9EE-4EF4-8BA7-73D1623D7F6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783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99FF"/>
            </a:gs>
            <a:gs pos="100000">
              <a:srgbClr val="C9E9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de-DE" alt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67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9CF637A9-2672-485D-BB5A-0633926A8C3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9606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2"/>
          </a:solidFill>
          <a:latin typeface="Times New Roman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Char char="•"/>
        <a:defRPr sz="4267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Char char="–"/>
        <a:defRPr sz="3733">
          <a:solidFill>
            <a:schemeClr val="tx1"/>
          </a:solidFill>
          <a:latin typeface="+mn-lt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Char char="–"/>
        <a:defRPr sz="2667">
          <a:solidFill>
            <a:schemeClr val="tx1"/>
          </a:solidFill>
          <a:latin typeface="+mn-lt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5pPr>
      <a:lvl6pPr marL="335271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962301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4571886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5181470" indent="-304792" algn="l" rtl="0" fontAlgn="base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29E5E-2F70-C02E-EBB7-6F771770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5C3F908-119F-4724-9665-9772C690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9E71F32-9CF8-99C9-9190-DB2CBED1C1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3200" y="152400"/>
            <a:ext cx="7315200" cy="304800"/>
          </a:xfrm>
        </p:spPr>
        <p:txBody>
          <a:bodyPr/>
          <a:lstStyle/>
          <a:p>
            <a:pPr algn="l" eaLnBrk="1" hangingPunct="1"/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Sitzplan &amp; </a:t>
            </a:r>
            <a:r>
              <a:rPr lang="de-DE" altLang="de-DE" sz="2667" dirty="0" err="1">
                <a:solidFill>
                  <a:schemeClr val="bg1"/>
                </a:solidFill>
                <a:latin typeface="Arial" charset="0"/>
              </a:rPr>
              <a:t>mebis</a:t>
            </a:r>
            <a:r>
              <a:rPr lang="de-DE" altLang="de-DE" sz="2667" dirty="0">
                <a:solidFill>
                  <a:schemeClr val="bg1"/>
                </a:solidFill>
                <a:latin typeface="Arial" charset="0"/>
              </a:rPr>
              <a:t> (direkt alles herunterladen)</a:t>
            </a:r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41C3AA0E-3E30-FD5D-6445-2A24BF496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67" y="-2651125"/>
            <a:ext cx="1219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defTabSz="1219170" eaLnBrk="1" fontAlgn="base" hangingPunct="1">
              <a:spcBef>
                <a:spcPct val="0"/>
              </a:spcBef>
              <a:spcAft>
                <a:spcPct val="0"/>
              </a:spcAft>
            </a:pPr>
            <a:endParaRPr lang="de-DE" altLang="de-DE" sz="3200">
              <a:solidFill>
                <a:srgbClr val="000000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F01911A-7B08-E8AB-1C4D-1E1DF6B42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29" y="762000"/>
            <a:ext cx="6350326" cy="303545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DABC15C-C2F4-F020-81BA-5A8F662CD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924" y="1758201"/>
            <a:ext cx="6019076" cy="509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814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D7431-E053-D879-3BBF-729758AB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80D63E-962B-4AFE-689C-874822347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09600"/>
          </a:xfrm>
          <a:prstGeom prst="rect">
            <a:avLst/>
          </a:prstGeom>
          <a:solidFill>
            <a:srgbClr val="3366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 charset="0"/>
              </a:rPr>
              <a:t>Lokale oder globale Variable?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A774980-7EF1-3D90-1CC1-E3B34053D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78" y="160464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052D313-B44F-F650-EE59-EB019AA3D74F}"/>
              </a:ext>
            </a:extLst>
          </p:cNvPr>
          <p:cNvSpPr txBox="1"/>
          <p:nvPr/>
        </p:nvSpPr>
        <p:spPr>
          <a:xfrm>
            <a:off x="164672" y="751344"/>
            <a:ext cx="48035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sz="2400" dirty="0">
                <a:solidFill>
                  <a:srgbClr val="000000"/>
                </a:solidFill>
                <a:latin typeface="Times New Roman"/>
              </a:rPr>
              <a:t>Betrachte folgenden Code und ordnet die Variablen den folgenden Begriffen zu.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sz="2400" dirty="0">
                <a:solidFill>
                  <a:srgbClr val="000000"/>
                </a:solidFill>
                <a:latin typeface="Times New Roman"/>
              </a:rPr>
              <a:t>Benennt den Unterschied zwischen globaler und lokaler Variable!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 sz="2400" dirty="0">
                <a:solidFill>
                  <a:srgbClr val="000000"/>
                </a:solidFill>
                <a:latin typeface="Times New Roman"/>
              </a:rPr>
              <a:t>Klebt einen Punkt an die entsprechende Stelle an der Tafel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de-DE" sz="2400" dirty="0">
              <a:solidFill>
                <a:srgbClr val="000000"/>
              </a:solidFill>
              <a:latin typeface="Times New Roman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lang="de-DE" sz="2400" dirty="0">
                <a:solidFill>
                  <a:srgbClr val="000000"/>
                </a:solidFill>
                <a:latin typeface="Times New Roman"/>
              </a:rPr>
              <a:t>Bedingte Wiederholung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lang="de-DE" sz="2400" dirty="0">
                <a:solidFill>
                  <a:srgbClr val="000000"/>
                </a:solidFill>
                <a:latin typeface="Times New Roman"/>
              </a:rPr>
              <a:t>Methoden</a:t>
            </a:r>
            <a:r>
              <a:rPr lang="de-DE" sz="2400" b="1" dirty="0">
                <a:solidFill>
                  <a:srgbClr val="000000"/>
                </a:solidFill>
                <a:latin typeface="Times New Roman"/>
              </a:rPr>
              <a:t>aufruf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lang="de-DE" sz="2400" dirty="0">
                <a:solidFill>
                  <a:srgbClr val="000000"/>
                </a:solidFill>
                <a:latin typeface="Times New Roman"/>
              </a:rPr>
              <a:t>Methoden</a:t>
            </a:r>
            <a:r>
              <a:rPr lang="de-DE" sz="2400" b="1" dirty="0">
                <a:solidFill>
                  <a:srgbClr val="000000"/>
                </a:solidFill>
                <a:latin typeface="Times New Roman"/>
              </a:rPr>
              <a:t>definition</a:t>
            </a:r>
            <a:endParaRPr lang="de-DE" sz="2400" dirty="0">
              <a:solidFill>
                <a:srgbClr val="000000"/>
              </a:solidFill>
              <a:latin typeface="Times New Roman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lang="de-DE" sz="2400" dirty="0">
                <a:solidFill>
                  <a:srgbClr val="000000"/>
                </a:solidFill>
                <a:latin typeface="Times New Roman"/>
              </a:rPr>
              <a:t>Globale Variable(n)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lang="de-DE" sz="2400" dirty="0">
                <a:solidFill>
                  <a:srgbClr val="000000"/>
                </a:solidFill>
                <a:latin typeface="Times New Roman"/>
              </a:rPr>
              <a:t>Lokale Variable(n)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lang="de-DE" sz="2400" dirty="0">
                <a:solidFill>
                  <a:srgbClr val="000000"/>
                </a:solidFill>
                <a:latin typeface="Times New Roman"/>
              </a:rPr>
              <a:t>Wertzuweisung(en)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lang="de-DE" sz="2400" dirty="0">
                <a:solidFill>
                  <a:srgbClr val="000000"/>
                </a:solidFill>
                <a:latin typeface="Times New Roman"/>
              </a:rPr>
              <a:t>Bedingung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51042C00-0515-EFE2-75D8-10C215D33219}"/>
              </a:ext>
            </a:extLst>
          </p:cNvPr>
          <p:cNvGrpSpPr/>
          <p:nvPr/>
        </p:nvGrpSpPr>
        <p:grpSpPr>
          <a:xfrm>
            <a:off x="4655886" y="707945"/>
            <a:ext cx="7363394" cy="6001643"/>
            <a:chOff x="4655886" y="707945"/>
            <a:chExt cx="7363394" cy="6001643"/>
          </a:xfrm>
        </p:grpSpPr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BCA7EA74-38F5-4701-6AAB-4535AE1DD036}"/>
                </a:ext>
              </a:extLst>
            </p:cNvPr>
            <p:cNvSpPr txBox="1"/>
            <p:nvPr/>
          </p:nvSpPr>
          <p:spPr>
            <a:xfrm>
              <a:off x="4655886" y="4619594"/>
              <a:ext cx="300082" cy="369332"/>
            </a:xfrm>
            <a:custGeom>
              <a:avLst/>
              <a:gdLst>
                <a:gd name="connsiteX0" fmla="*/ 0 w 300082"/>
                <a:gd name="connsiteY0" fmla="*/ 0 h 369332"/>
                <a:gd name="connsiteX1" fmla="*/ 300082 w 300082"/>
                <a:gd name="connsiteY1" fmla="*/ 0 h 369332"/>
                <a:gd name="connsiteX2" fmla="*/ 300082 w 300082"/>
                <a:gd name="connsiteY2" fmla="*/ 369332 h 369332"/>
                <a:gd name="connsiteX3" fmla="*/ 0 w 300082"/>
                <a:gd name="connsiteY3" fmla="*/ 369332 h 369332"/>
                <a:gd name="connsiteX4" fmla="*/ 0 w 300082"/>
                <a:gd name="connsiteY4" fmla="*/ 0 h 36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0082" h="369332" fill="none" extrusionOk="0">
                  <a:moveTo>
                    <a:pt x="0" y="0"/>
                  </a:moveTo>
                  <a:cubicBezTo>
                    <a:pt x="62238" y="-6101"/>
                    <a:pt x="160338" y="20667"/>
                    <a:pt x="300082" y="0"/>
                  </a:cubicBezTo>
                  <a:cubicBezTo>
                    <a:pt x="303170" y="50394"/>
                    <a:pt x="307653" y="190070"/>
                    <a:pt x="300082" y="369332"/>
                  </a:cubicBezTo>
                  <a:cubicBezTo>
                    <a:pt x="228142" y="363651"/>
                    <a:pt x="141061" y="365441"/>
                    <a:pt x="0" y="369332"/>
                  </a:cubicBezTo>
                  <a:cubicBezTo>
                    <a:pt x="32971" y="200808"/>
                    <a:pt x="-15083" y="162891"/>
                    <a:pt x="0" y="0"/>
                  </a:cubicBezTo>
                  <a:close/>
                </a:path>
                <a:path w="300082" h="369332" stroke="0" extrusionOk="0">
                  <a:moveTo>
                    <a:pt x="0" y="0"/>
                  </a:moveTo>
                  <a:cubicBezTo>
                    <a:pt x="114769" y="-10369"/>
                    <a:pt x="255765" y="9180"/>
                    <a:pt x="300082" y="0"/>
                  </a:cubicBezTo>
                  <a:cubicBezTo>
                    <a:pt x="290859" y="84307"/>
                    <a:pt x="308430" y="312649"/>
                    <a:pt x="300082" y="369332"/>
                  </a:cubicBezTo>
                  <a:cubicBezTo>
                    <a:pt x="160020" y="360057"/>
                    <a:pt x="59215" y="391783"/>
                    <a:pt x="0" y="369332"/>
                  </a:cubicBezTo>
                  <a:cubicBezTo>
                    <a:pt x="10731" y="248138"/>
                    <a:pt x="-12155" y="54238"/>
                    <a:pt x="0" y="0"/>
                  </a:cubicBezTo>
                  <a:close/>
                </a:path>
              </a:pathLst>
            </a:custGeom>
            <a:ln cap="rnd" cmpd="sng">
              <a:round/>
              <a:extLst>
                <a:ext uri="{C807C97D-BFC1-408E-A445-0C87EB9F89A2}">
                  <ask:lineSketchStyleProps xmlns:ask="http://schemas.microsoft.com/office/drawing/2018/sketchyshapes" sd="981765707">
                    <a:prstGeom prst="rect">
                      <a:avLst/>
                    </a:prstGeom>
                    <ask:type>
                      <ask:lineSketchCurved/>
                    </ask:type>
                  </ask:lineSketchStyleProps>
                </a:ext>
              </a:extLst>
            </a:ln>
            <a:effectLst>
              <a:softEdge rad="0"/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de-DE" dirty="0"/>
                <a:t>6</a:t>
              </a: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86128C17-C71C-386B-5CB0-364A34AB0641}"/>
                </a:ext>
              </a:extLst>
            </p:cNvPr>
            <p:cNvGrpSpPr/>
            <p:nvPr/>
          </p:nvGrpSpPr>
          <p:grpSpPr>
            <a:xfrm>
              <a:off x="4655886" y="707945"/>
              <a:ext cx="7363394" cy="6001643"/>
              <a:chOff x="4655886" y="707945"/>
              <a:chExt cx="7363394" cy="6001643"/>
            </a:xfrm>
          </p:grpSpPr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4303E026-FB92-33A3-D321-A8F3A8460BAC}"/>
                  </a:ext>
                </a:extLst>
              </p:cNvPr>
              <p:cNvSpPr txBox="1"/>
              <p:nvPr/>
            </p:nvSpPr>
            <p:spPr>
              <a:xfrm>
                <a:off x="5169328" y="707945"/>
                <a:ext cx="6849952" cy="600164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public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class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Roboter {</a:t>
                </a:r>
              </a:p>
              <a:p>
                <a:endParaRPr lang="de-DE" sz="16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energie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;</a:t>
                </a:r>
              </a:p>
              <a:p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anzahlSchritte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;</a:t>
                </a:r>
              </a:p>
              <a:p>
                <a:endParaRPr lang="de-DE" sz="16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public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Roboter (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neueEnergie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anzahlSchritte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){</a:t>
                </a: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energie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neueEnergie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;</a:t>
                </a: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anzahlSchritte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0;</a:t>
                </a: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}</a:t>
                </a:r>
              </a:p>
              <a:p>
                <a:endParaRPr lang="de-DE" sz="16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public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void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geheUndZaehle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(){</a:t>
                </a: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einsVor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();</a:t>
                </a: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anzahlSchritte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anzahlSchritte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+ 1;</a:t>
                </a: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}</a:t>
                </a:r>
              </a:p>
              <a:p>
                <a:endParaRPr lang="de-DE" sz="16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public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void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geheZehnSchritte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(){</a:t>
                </a: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int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zaehler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0;</a:t>
                </a: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while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(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zaehler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 10) {</a:t>
                </a: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einsVor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();</a:t>
                </a: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</a:t>
                </a:r>
                <a:r>
                  <a:rPr lang="de-DE" sz="16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anzahlSchritte</a:t>
                </a:r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++;</a:t>
                </a: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}</a:t>
                </a: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}</a:t>
                </a:r>
              </a:p>
              <a:p>
                <a:endParaRPr lang="de-DE" sz="16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de-DE" sz="16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</p:txBody>
          </p:sp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CC8DC2DA-82F6-A42A-4AB3-F31564858D75}"/>
                  </a:ext>
                </a:extLst>
              </p:cNvPr>
              <p:cNvSpPr txBox="1"/>
              <p:nvPr/>
            </p:nvSpPr>
            <p:spPr>
              <a:xfrm>
                <a:off x="7806864" y="1118624"/>
                <a:ext cx="300082" cy="369332"/>
              </a:xfrm>
              <a:custGeom>
                <a:avLst/>
                <a:gdLst>
                  <a:gd name="connsiteX0" fmla="*/ 0 w 300082"/>
                  <a:gd name="connsiteY0" fmla="*/ 0 h 369332"/>
                  <a:gd name="connsiteX1" fmla="*/ 300082 w 300082"/>
                  <a:gd name="connsiteY1" fmla="*/ 0 h 369332"/>
                  <a:gd name="connsiteX2" fmla="*/ 300082 w 300082"/>
                  <a:gd name="connsiteY2" fmla="*/ 369332 h 369332"/>
                  <a:gd name="connsiteX3" fmla="*/ 0 w 300082"/>
                  <a:gd name="connsiteY3" fmla="*/ 369332 h 369332"/>
                  <a:gd name="connsiteX4" fmla="*/ 0 w 300082"/>
                  <a:gd name="connsiteY4" fmla="*/ 0 h 36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082" h="369332" fill="none" extrusionOk="0">
                    <a:moveTo>
                      <a:pt x="0" y="0"/>
                    </a:moveTo>
                    <a:cubicBezTo>
                      <a:pt x="62238" y="-6101"/>
                      <a:pt x="160338" y="20667"/>
                      <a:pt x="300082" y="0"/>
                    </a:cubicBezTo>
                    <a:cubicBezTo>
                      <a:pt x="303170" y="50394"/>
                      <a:pt x="307653" y="190070"/>
                      <a:pt x="300082" y="369332"/>
                    </a:cubicBezTo>
                    <a:cubicBezTo>
                      <a:pt x="228142" y="363651"/>
                      <a:pt x="141061" y="365441"/>
                      <a:pt x="0" y="369332"/>
                    </a:cubicBezTo>
                    <a:cubicBezTo>
                      <a:pt x="32971" y="200808"/>
                      <a:pt x="-15083" y="162891"/>
                      <a:pt x="0" y="0"/>
                    </a:cubicBezTo>
                    <a:close/>
                  </a:path>
                  <a:path w="300082" h="369332" stroke="0" extrusionOk="0">
                    <a:moveTo>
                      <a:pt x="0" y="0"/>
                    </a:moveTo>
                    <a:cubicBezTo>
                      <a:pt x="114769" y="-10369"/>
                      <a:pt x="255765" y="9180"/>
                      <a:pt x="300082" y="0"/>
                    </a:cubicBezTo>
                    <a:cubicBezTo>
                      <a:pt x="290859" y="84307"/>
                      <a:pt x="308430" y="312649"/>
                      <a:pt x="300082" y="369332"/>
                    </a:cubicBezTo>
                    <a:cubicBezTo>
                      <a:pt x="160020" y="360057"/>
                      <a:pt x="59215" y="391783"/>
                      <a:pt x="0" y="369332"/>
                    </a:cubicBezTo>
                    <a:cubicBezTo>
                      <a:pt x="10731" y="248138"/>
                      <a:pt x="-12155" y="54238"/>
                      <a:pt x="0" y="0"/>
                    </a:cubicBezTo>
                    <a:close/>
                  </a:path>
                </a:pathLst>
              </a:custGeom>
              <a:ln cap="rnd" cmpd="sng">
                <a:round/>
                <a:extLst>
                  <a:ext uri="{C807C97D-BFC1-408E-A445-0C87EB9F89A2}">
                    <ask:lineSketchStyleProps xmlns:ask="http://schemas.microsoft.com/office/drawing/2018/sketchyshapes" sd="981765707">
                      <a:prstGeom prst="rect">
                        <a:avLst/>
                      </a:prstGeom>
                      <ask:type>
                        <ask:lineSketchCurved/>
                      </ask:type>
                    </ask:lineSketchStyleProps>
                  </a:ext>
                </a:extLst>
              </a:ln>
              <a:effectLst>
                <a:softEdge rad="0"/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de-DE" dirty="0"/>
                  <a:t>1</a:t>
                </a:r>
              </a:p>
            </p:txBody>
          </p:sp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B299DF71-698E-34ED-2AE3-0E188AC7F51B}"/>
                  </a:ext>
                </a:extLst>
              </p:cNvPr>
              <p:cNvSpPr txBox="1"/>
              <p:nvPr/>
            </p:nvSpPr>
            <p:spPr>
              <a:xfrm>
                <a:off x="7806864" y="1487956"/>
                <a:ext cx="300082" cy="369332"/>
              </a:xfrm>
              <a:custGeom>
                <a:avLst/>
                <a:gdLst>
                  <a:gd name="connsiteX0" fmla="*/ 0 w 300082"/>
                  <a:gd name="connsiteY0" fmla="*/ 0 h 369332"/>
                  <a:gd name="connsiteX1" fmla="*/ 300082 w 300082"/>
                  <a:gd name="connsiteY1" fmla="*/ 0 h 369332"/>
                  <a:gd name="connsiteX2" fmla="*/ 300082 w 300082"/>
                  <a:gd name="connsiteY2" fmla="*/ 369332 h 369332"/>
                  <a:gd name="connsiteX3" fmla="*/ 0 w 300082"/>
                  <a:gd name="connsiteY3" fmla="*/ 369332 h 369332"/>
                  <a:gd name="connsiteX4" fmla="*/ 0 w 300082"/>
                  <a:gd name="connsiteY4" fmla="*/ 0 h 36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082" h="369332" fill="none" extrusionOk="0">
                    <a:moveTo>
                      <a:pt x="0" y="0"/>
                    </a:moveTo>
                    <a:cubicBezTo>
                      <a:pt x="62238" y="-6101"/>
                      <a:pt x="160338" y="20667"/>
                      <a:pt x="300082" y="0"/>
                    </a:cubicBezTo>
                    <a:cubicBezTo>
                      <a:pt x="303170" y="50394"/>
                      <a:pt x="307653" y="190070"/>
                      <a:pt x="300082" y="369332"/>
                    </a:cubicBezTo>
                    <a:cubicBezTo>
                      <a:pt x="228142" y="363651"/>
                      <a:pt x="141061" y="365441"/>
                      <a:pt x="0" y="369332"/>
                    </a:cubicBezTo>
                    <a:cubicBezTo>
                      <a:pt x="32971" y="200808"/>
                      <a:pt x="-15083" y="162891"/>
                      <a:pt x="0" y="0"/>
                    </a:cubicBezTo>
                    <a:close/>
                  </a:path>
                  <a:path w="300082" h="369332" stroke="0" extrusionOk="0">
                    <a:moveTo>
                      <a:pt x="0" y="0"/>
                    </a:moveTo>
                    <a:cubicBezTo>
                      <a:pt x="114769" y="-10369"/>
                      <a:pt x="255765" y="9180"/>
                      <a:pt x="300082" y="0"/>
                    </a:cubicBezTo>
                    <a:cubicBezTo>
                      <a:pt x="290859" y="84307"/>
                      <a:pt x="308430" y="312649"/>
                      <a:pt x="300082" y="369332"/>
                    </a:cubicBezTo>
                    <a:cubicBezTo>
                      <a:pt x="160020" y="360057"/>
                      <a:pt x="59215" y="391783"/>
                      <a:pt x="0" y="369332"/>
                    </a:cubicBezTo>
                    <a:cubicBezTo>
                      <a:pt x="10731" y="248138"/>
                      <a:pt x="-12155" y="54238"/>
                      <a:pt x="0" y="0"/>
                    </a:cubicBezTo>
                    <a:close/>
                  </a:path>
                </a:pathLst>
              </a:custGeom>
              <a:ln cap="rnd" cmpd="sng">
                <a:round/>
                <a:extLst>
                  <a:ext uri="{C807C97D-BFC1-408E-A445-0C87EB9F89A2}">
                    <ask:lineSketchStyleProps xmlns:ask="http://schemas.microsoft.com/office/drawing/2018/sketchyshapes" sd="981765707">
                      <a:prstGeom prst="rect">
                        <a:avLst/>
                      </a:prstGeom>
                      <ask:type>
                        <ask:lineSketchCurved/>
                      </ask:type>
                    </ask:lineSketchStyleProps>
                  </a:ext>
                </a:extLst>
              </a:ln>
              <a:effectLst>
                <a:softEdge rad="0"/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de-DE" dirty="0"/>
                  <a:t>2</a:t>
                </a:r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CE68FA0-EB25-E59F-43B6-5D5DE3C27328}"/>
                  </a:ext>
                </a:extLst>
              </p:cNvPr>
              <p:cNvSpPr txBox="1"/>
              <p:nvPr/>
            </p:nvSpPr>
            <p:spPr>
              <a:xfrm>
                <a:off x="8444263" y="2264518"/>
                <a:ext cx="300082" cy="369332"/>
              </a:xfrm>
              <a:custGeom>
                <a:avLst/>
                <a:gdLst>
                  <a:gd name="connsiteX0" fmla="*/ 0 w 300082"/>
                  <a:gd name="connsiteY0" fmla="*/ 0 h 369332"/>
                  <a:gd name="connsiteX1" fmla="*/ 300082 w 300082"/>
                  <a:gd name="connsiteY1" fmla="*/ 0 h 369332"/>
                  <a:gd name="connsiteX2" fmla="*/ 300082 w 300082"/>
                  <a:gd name="connsiteY2" fmla="*/ 369332 h 369332"/>
                  <a:gd name="connsiteX3" fmla="*/ 0 w 300082"/>
                  <a:gd name="connsiteY3" fmla="*/ 369332 h 369332"/>
                  <a:gd name="connsiteX4" fmla="*/ 0 w 300082"/>
                  <a:gd name="connsiteY4" fmla="*/ 0 h 36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082" h="369332" fill="none" extrusionOk="0">
                    <a:moveTo>
                      <a:pt x="0" y="0"/>
                    </a:moveTo>
                    <a:cubicBezTo>
                      <a:pt x="62238" y="-6101"/>
                      <a:pt x="160338" y="20667"/>
                      <a:pt x="300082" y="0"/>
                    </a:cubicBezTo>
                    <a:cubicBezTo>
                      <a:pt x="303170" y="50394"/>
                      <a:pt x="307653" y="190070"/>
                      <a:pt x="300082" y="369332"/>
                    </a:cubicBezTo>
                    <a:cubicBezTo>
                      <a:pt x="228142" y="363651"/>
                      <a:pt x="141061" y="365441"/>
                      <a:pt x="0" y="369332"/>
                    </a:cubicBezTo>
                    <a:cubicBezTo>
                      <a:pt x="32971" y="200808"/>
                      <a:pt x="-15083" y="162891"/>
                      <a:pt x="0" y="0"/>
                    </a:cubicBezTo>
                    <a:close/>
                  </a:path>
                  <a:path w="300082" h="369332" stroke="0" extrusionOk="0">
                    <a:moveTo>
                      <a:pt x="0" y="0"/>
                    </a:moveTo>
                    <a:cubicBezTo>
                      <a:pt x="114769" y="-10369"/>
                      <a:pt x="255765" y="9180"/>
                      <a:pt x="300082" y="0"/>
                    </a:cubicBezTo>
                    <a:cubicBezTo>
                      <a:pt x="290859" y="84307"/>
                      <a:pt x="308430" y="312649"/>
                      <a:pt x="300082" y="369332"/>
                    </a:cubicBezTo>
                    <a:cubicBezTo>
                      <a:pt x="160020" y="360057"/>
                      <a:pt x="59215" y="391783"/>
                      <a:pt x="0" y="369332"/>
                    </a:cubicBezTo>
                    <a:cubicBezTo>
                      <a:pt x="10731" y="248138"/>
                      <a:pt x="-12155" y="54238"/>
                      <a:pt x="0" y="0"/>
                    </a:cubicBezTo>
                    <a:close/>
                  </a:path>
                </a:pathLst>
              </a:custGeom>
              <a:ln cap="rnd" cmpd="sng">
                <a:round/>
                <a:extLst>
                  <a:ext uri="{C807C97D-BFC1-408E-A445-0C87EB9F89A2}">
                    <ask:lineSketchStyleProps xmlns:ask="http://schemas.microsoft.com/office/drawing/2018/sketchyshapes" sd="981765707">
                      <a:prstGeom prst="rect">
                        <a:avLst/>
                      </a:prstGeom>
                      <ask:type>
                        <ask:lineSketchCurved/>
                      </ask:type>
                    </ask:lineSketchStyleProps>
                  </a:ext>
                </a:extLst>
              </a:ln>
              <a:effectLst>
                <a:softEdge rad="0"/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de-DE" dirty="0"/>
                  <a:t>3</a:t>
                </a:r>
              </a:p>
            </p:txBody>
          </p:sp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ADE5FCDC-985A-4F47-B0FA-D3614844448C}"/>
                  </a:ext>
                </a:extLst>
              </p:cNvPr>
              <p:cNvSpPr txBox="1"/>
              <p:nvPr/>
            </p:nvSpPr>
            <p:spPr>
              <a:xfrm>
                <a:off x="8921783" y="3339434"/>
                <a:ext cx="300082" cy="369332"/>
              </a:xfrm>
              <a:custGeom>
                <a:avLst/>
                <a:gdLst>
                  <a:gd name="connsiteX0" fmla="*/ 0 w 300082"/>
                  <a:gd name="connsiteY0" fmla="*/ 0 h 369332"/>
                  <a:gd name="connsiteX1" fmla="*/ 300082 w 300082"/>
                  <a:gd name="connsiteY1" fmla="*/ 0 h 369332"/>
                  <a:gd name="connsiteX2" fmla="*/ 300082 w 300082"/>
                  <a:gd name="connsiteY2" fmla="*/ 369332 h 369332"/>
                  <a:gd name="connsiteX3" fmla="*/ 0 w 300082"/>
                  <a:gd name="connsiteY3" fmla="*/ 369332 h 369332"/>
                  <a:gd name="connsiteX4" fmla="*/ 0 w 300082"/>
                  <a:gd name="connsiteY4" fmla="*/ 0 h 36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082" h="369332" fill="none" extrusionOk="0">
                    <a:moveTo>
                      <a:pt x="0" y="0"/>
                    </a:moveTo>
                    <a:cubicBezTo>
                      <a:pt x="62238" y="-6101"/>
                      <a:pt x="160338" y="20667"/>
                      <a:pt x="300082" y="0"/>
                    </a:cubicBezTo>
                    <a:cubicBezTo>
                      <a:pt x="303170" y="50394"/>
                      <a:pt x="307653" y="190070"/>
                      <a:pt x="300082" y="369332"/>
                    </a:cubicBezTo>
                    <a:cubicBezTo>
                      <a:pt x="228142" y="363651"/>
                      <a:pt x="141061" y="365441"/>
                      <a:pt x="0" y="369332"/>
                    </a:cubicBezTo>
                    <a:cubicBezTo>
                      <a:pt x="32971" y="200808"/>
                      <a:pt x="-15083" y="162891"/>
                      <a:pt x="0" y="0"/>
                    </a:cubicBezTo>
                    <a:close/>
                  </a:path>
                  <a:path w="300082" h="369332" stroke="0" extrusionOk="0">
                    <a:moveTo>
                      <a:pt x="0" y="0"/>
                    </a:moveTo>
                    <a:cubicBezTo>
                      <a:pt x="114769" y="-10369"/>
                      <a:pt x="255765" y="9180"/>
                      <a:pt x="300082" y="0"/>
                    </a:cubicBezTo>
                    <a:cubicBezTo>
                      <a:pt x="290859" y="84307"/>
                      <a:pt x="308430" y="312649"/>
                      <a:pt x="300082" y="369332"/>
                    </a:cubicBezTo>
                    <a:cubicBezTo>
                      <a:pt x="160020" y="360057"/>
                      <a:pt x="59215" y="391783"/>
                      <a:pt x="0" y="369332"/>
                    </a:cubicBezTo>
                    <a:cubicBezTo>
                      <a:pt x="10731" y="248138"/>
                      <a:pt x="-12155" y="54238"/>
                      <a:pt x="0" y="0"/>
                    </a:cubicBezTo>
                    <a:close/>
                  </a:path>
                </a:pathLst>
              </a:custGeom>
              <a:ln cap="rnd" cmpd="sng">
                <a:round/>
                <a:extLst>
                  <a:ext uri="{C807C97D-BFC1-408E-A445-0C87EB9F89A2}">
                    <ask:lineSketchStyleProps xmlns:ask="http://schemas.microsoft.com/office/drawing/2018/sketchyshapes" sd="981765707">
                      <a:prstGeom prst="rect">
                        <a:avLst/>
                      </a:prstGeom>
                      <ask:type>
                        <ask:lineSketchCurved/>
                      </ask:type>
                    </ask:lineSketchStyleProps>
                  </a:ext>
                </a:extLst>
              </a:ln>
              <a:effectLst>
                <a:softEdge rad="0"/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de-DE" dirty="0"/>
                  <a:t>4</a:t>
                </a:r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76DE6716-9DE2-44A4-4F3D-2D7BDC1851D6}"/>
                  </a:ext>
                </a:extLst>
              </p:cNvPr>
              <p:cNvSpPr txBox="1"/>
              <p:nvPr/>
            </p:nvSpPr>
            <p:spPr>
              <a:xfrm>
                <a:off x="4655886" y="5058141"/>
                <a:ext cx="300082" cy="369332"/>
              </a:xfrm>
              <a:custGeom>
                <a:avLst/>
                <a:gdLst>
                  <a:gd name="connsiteX0" fmla="*/ 0 w 300082"/>
                  <a:gd name="connsiteY0" fmla="*/ 0 h 369332"/>
                  <a:gd name="connsiteX1" fmla="*/ 300082 w 300082"/>
                  <a:gd name="connsiteY1" fmla="*/ 0 h 369332"/>
                  <a:gd name="connsiteX2" fmla="*/ 300082 w 300082"/>
                  <a:gd name="connsiteY2" fmla="*/ 369332 h 369332"/>
                  <a:gd name="connsiteX3" fmla="*/ 0 w 300082"/>
                  <a:gd name="connsiteY3" fmla="*/ 369332 h 369332"/>
                  <a:gd name="connsiteX4" fmla="*/ 0 w 300082"/>
                  <a:gd name="connsiteY4" fmla="*/ 0 h 36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082" h="369332" fill="none" extrusionOk="0">
                    <a:moveTo>
                      <a:pt x="0" y="0"/>
                    </a:moveTo>
                    <a:cubicBezTo>
                      <a:pt x="62238" y="-6101"/>
                      <a:pt x="160338" y="20667"/>
                      <a:pt x="300082" y="0"/>
                    </a:cubicBezTo>
                    <a:cubicBezTo>
                      <a:pt x="303170" y="50394"/>
                      <a:pt x="307653" y="190070"/>
                      <a:pt x="300082" y="369332"/>
                    </a:cubicBezTo>
                    <a:cubicBezTo>
                      <a:pt x="228142" y="363651"/>
                      <a:pt x="141061" y="365441"/>
                      <a:pt x="0" y="369332"/>
                    </a:cubicBezTo>
                    <a:cubicBezTo>
                      <a:pt x="32971" y="200808"/>
                      <a:pt x="-15083" y="162891"/>
                      <a:pt x="0" y="0"/>
                    </a:cubicBezTo>
                    <a:close/>
                  </a:path>
                  <a:path w="300082" h="369332" stroke="0" extrusionOk="0">
                    <a:moveTo>
                      <a:pt x="0" y="0"/>
                    </a:moveTo>
                    <a:cubicBezTo>
                      <a:pt x="114769" y="-10369"/>
                      <a:pt x="255765" y="9180"/>
                      <a:pt x="300082" y="0"/>
                    </a:cubicBezTo>
                    <a:cubicBezTo>
                      <a:pt x="290859" y="84307"/>
                      <a:pt x="308430" y="312649"/>
                      <a:pt x="300082" y="369332"/>
                    </a:cubicBezTo>
                    <a:cubicBezTo>
                      <a:pt x="160020" y="360057"/>
                      <a:pt x="59215" y="391783"/>
                      <a:pt x="0" y="369332"/>
                    </a:cubicBezTo>
                    <a:cubicBezTo>
                      <a:pt x="10731" y="248138"/>
                      <a:pt x="-12155" y="54238"/>
                      <a:pt x="0" y="0"/>
                    </a:cubicBezTo>
                    <a:close/>
                  </a:path>
                </a:pathLst>
              </a:custGeom>
              <a:ln cap="rnd" cmpd="sng">
                <a:round/>
                <a:extLst>
                  <a:ext uri="{C807C97D-BFC1-408E-A445-0C87EB9F89A2}">
                    <ask:lineSketchStyleProps xmlns:ask="http://schemas.microsoft.com/office/drawing/2018/sketchyshapes" sd="981765707">
                      <a:prstGeom prst="rect">
                        <a:avLst/>
                      </a:prstGeom>
                      <ask:type>
                        <ask:lineSketchCurved/>
                      </ask:type>
                    </ask:lineSketchStyleProps>
                  </a:ext>
                </a:extLst>
              </a:ln>
              <a:effectLst>
                <a:softEdge rad="0"/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de-DE" dirty="0"/>
                  <a:t>7</a:t>
                </a:r>
              </a:p>
            </p:txBody>
          </p:sp>
          <mc:AlternateContent xmlns:mc="http://schemas.openxmlformats.org/markup-compatibility/2006">
            <mc:Choice xmlns:p14="http://schemas.microsoft.com/office/powerpoint/2010/main" Requires="p14">
              <p:contentPart p14:bwMode="auto" r:id="rId2">
                <p14:nvContentPartPr>
                  <p14:cNvPr id="15" name="Freihand 14">
                    <a:extLst>
                      <a:ext uri="{FF2B5EF4-FFF2-40B4-BE49-F238E27FC236}">
                        <a16:creationId xmlns:a16="http://schemas.microsoft.com/office/drawing/2014/main" id="{211747A5-4275-79B1-A037-2A9A0411FB5D}"/>
                      </a:ext>
                    </a:extLst>
                  </p14:cNvPr>
                  <p14:cNvContentPartPr/>
                  <p14:nvPr/>
                </p14:nvContentPartPr>
                <p14:xfrm>
                  <a:off x="4978000" y="4754480"/>
                  <a:ext cx="619920" cy="51840"/>
                </p14:xfrm>
              </p:contentPart>
            </mc:Choice>
            <mc:Fallback>
              <p:pic>
                <p:nvPicPr>
                  <p:cNvPr id="15" name="Freihand 14">
                    <a:extLst>
                      <a:ext uri="{FF2B5EF4-FFF2-40B4-BE49-F238E27FC236}">
                        <a16:creationId xmlns:a16="http://schemas.microsoft.com/office/drawing/2014/main" id="{211747A5-4275-79B1-A037-2A9A0411FB5D}"/>
                      </a:ext>
                    </a:extLst>
                  </p:cNvPr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4971880" y="4748360"/>
                    <a:ext cx="632160" cy="6408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73902DE0-B903-2150-D196-02EE01ACF7A4}"/>
                  </a:ext>
                </a:extLst>
              </p:cNvPr>
              <p:cNvSpPr txBox="1"/>
              <p:nvPr/>
            </p:nvSpPr>
            <p:spPr>
              <a:xfrm>
                <a:off x="4655886" y="5496688"/>
                <a:ext cx="300082" cy="369332"/>
              </a:xfrm>
              <a:custGeom>
                <a:avLst/>
                <a:gdLst>
                  <a:gd name="connsiteX0" fmla="*/ 0 w 300082"/>
                  <a:gd name="connsiteY0" fmla="*/ 0 h 369332"/>
                  <a:gd name="connsiteX1" fmla="*/ 300082 w 300082"/>
                  <a:gd name="connsiteY1" fmla="*/ 0 h 369332"/>
                  <a:gd name="connsiteX2" fmla="*/ 300082 w 300082"/>
                  <a:gd name="connsiteY2" fmla="*/ 369332 h 369332"/>
                  <a:gd name="connsiteX3" fmla="*/ 0 w 300082"/>
                  <a:gd name="connsiteY3" fmla="*/ 369332 h 369332"/>
                  <a:gd name="connsiteX4" fmla="*/ 0 w 300082"/>
                  <a:gd name="connsiteY4" fmla="*/ 0 h 36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082" h="369332" fill="none" extrusionOk="0">
                    <a:moveTo>
                      <a:pt x="0" y="0"/>
                    </a:moveTo>
                    <a:cubicBezTo>
                      <a:pt x="62238" y="-6101"/>
                      <a:pt x="160338" y="20667"/>
                      <a:pt x="300082" y="0"/>
                    </a:cubicBezTo>
                    <a:cubicBezTo>
                      <a:pt x="303170" y="50394"/>
                      <a:pt x="307653" y="190070"/>
                      <a:pt x="300082" y="369332"/>
                    </a:cubicBezTo>
                    <a:cubicBezTo>
                      <a:pt x="228142" y="363651"/>
                      <a:pt x="141061" y="365441"/>
                      <a:pt x="0" y="369332"/>
                    </a:cubicBezTo>
                    <a:cubicBezTo>
                      <a:pt x="32971" y="200808"/>
                      <a:pt x="-15083" y="162891"/>
                      <a:pt x="0" y="0"/>
                    </a:cubicBezTo>
                    <a:close/>
                  </a:path>
                  <a:path w="300082" h="369332" stroke="0" extrusionOk="0">
                    <a:moveTo>
                      <a:pt x="0" y="0"/>
                    </a:moveTo>
                    <a:cubicBezTo>
                      <a:pt x="114769" y="-10369"/>
                      <a:pt x="255765" y="9180"/>
                      <a:pt x="300082" y="0"/>
                    </a:cubicBezTo>
                    <a:cubicBezTo>
                      <a:pt x="290859" y="84307"/>
                      <a:pt x="308430" y="312649"/>
                      <a:pt x="300082" y="369332"/>
                    </a:cubicBezTo>
                    <a:cubicBezTo>
                      <a:pt x="160020" y="360057"/>
                      <a:pt x="59215" y="391783"/>
                      <a:pt x="0" y="369332"/>
                    </a:cubicBezTo>
                    <a:cubicBezTo>
                      <a:pt x="10731" y="248138"/>
                      <a:pt x="-12155" y="54238"/>
                      <a:pt x="0" y="0"/>
                    </a:cubicBezTo>
                    <a:close/>
                  </a:path>
                </a:pathLst>
              </a:custGeom>
              <a:ln cap="rnd" cmpd="sng">
                <a:round/>
                <a:extLst>
                  <a:ext uri="{C807C97D-BFC1-408E-A445-0C87EB9F89A2}">
                    <ask:lineSketchStyleProps xmlns:ask="http://schemas.microsoft.com/office/drawing/2018/sketchyshapes" sd="981765707">
                      <a:prstGeom prst="rect">
                        <a:avLst/>
                      </a:prstGeom>
                      <ask:type>
                        <ask:lineSketchCurved/>
                      </ask:type>
                    </ask:lineSketchStyleProps>
                  </a:ext>
                </a:extLst>
              </a:ln>
              <a:effectLst>
                <a:softEdge rad="0"/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de-DE" dirty="0"/>
                  <a:t>8</a:t>
                </a:r>
              </a:p>
            </p:txBody>
          </p:sp>
          <mc:AlternateContent xmlns:mc="http://schemas.openxmlformats.org/markup-compatibility/2006">
            <mc:Choice xmlns:p14="http://schemas.microsoft.com/office/powerpoint/2010/main" Requires="p14">
              <p:contentPart p14:bwMode="auto" r:id="rId4">
                <p14:nvContentPartPr>
                  <p14:cNvPr id="20" name="Freihand 19">
                    <a:extLst>
                      <a:ext uri="{FF2B5EF4-FFF2-40B4-BE49-F238E27FC236}">
                        <a16:creationId xmlns:a16="http://schemas.microsoft.com/office/drawing/2014/main" id="{DAA4B90D-F14F-3421-1AFA-985056EA6174}"/>
                      </a:ext>
                    </a:extLst>
                  </p14:cNvPr>
                  <p14:cNvContentPartPr/>
                  <p14:nvPr/>
                </p14:nvContentPartPr>
                <p14:xfrm>
                  <a:off x="4957840" y="5090000"/>
                  <a:ext cx="1443240" cy="609840"/>
                </p14:xfrm>
              </p:contentPart>
            </mc:Choice>
            <mc:Fallback>
              <p:pic>
                <p:nvPicPr>
                  <p:cNvPr id="20" name="Freihand 19">
                    <a:extLst>
                      <a:ext uri="{FF2B5EF4-FFF2-40B4-BE49-F238E27FC236}">
                        <a16:creationId xmlns:a16="http://schemas.microsoft.com/office/drawing/2014/main" id="{DAA4B90D-F14F-3421-1AFA-985056EA6174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951720" y="5083880"/>
                    <a:ext cx="1455480" cy="62208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2" name="Geschweifte Klammer links 21">
                <a:extLst>
                  <a:ext uri="{FF2B5EF4-FFF2-40B4-BE49-F238E27FC236}">
                    <a16:creationId xmlns:a16="http://schemas.microsoft.com/office/drawing/2014/main" id="{226A1CD8-FAE3-4FC8-38EB-A29AE2D9D02D}"/>
                  </a:ext>
                </a:extLst>
              </p:cNvPr>
              <p:cNvSpPr/>
              <p:nvPr/>
            </p:nvSpPr>
            <p:spPr>
              <a:xfrm>
                <a:off x="5312665" y="4988926"/>
                <a:ext cx="285256" cy="877094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>
            <mc:Choice xmlns:p14="http://schemas.microsoft.com/office/powerpoint/2010/main" Requires="p14">
              <p:contentPart p14:bwMode="auto" r:id="rId6">
                <p14:nvContentPartPr>
                  <p14:cNvPr id="23" name="Freihand 22">
                    <a:extLst>
                      <a:ext uri="{FF2B5EF4-FFF2-40B4-BE49-F238E27FC236}">
                        <a16:creationId xmlns:a16="http://schemas.microsoft.com/office/drawing/2014/main" id="{F7A39C71-66EF-1255-405D-7D208DDBCBB3}"/>
                      </a:ext>
                    </a:extLst>
                  </p14:cNvPr>
                  <p14:cNvContentPartPr/>
                  <p14:nvPr/>
                </p14:nvContentPartPr>
                <p14:xfrm>
                  <a:off x="4974264" y="5257728"/>
                  <a:ext cx="346680" cy="147240"/>
                </p14:xfrm>
              </p:contentPart>
            </mc:Choice>
            <mc:Fallback>
              <p:pic>
                <p:nvPicPr>
                  <p:cNvPr id="23" name="Freihand 22">
                    <a:extLst>
                      <a:ext uri="{FF2B5EF4-FFF2-40B4-BE49-F238E27FC236}">
                        <a16:creationId xmlns:a16="http://schemas.microsoft.com/office/drawing/2014/main" id="{F7A39C71-66EF-1255-405D-7D208DDBCBB3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4968144" y="5251608"/>
                    <a:ext cx="358920" cy="159480"/>
                  </a:xfrm>
                  <a:prstGeom prst="rect">
                    <a:avLst/>
                  </a:prstGeom>
                </p:spPr>
              </p:pic>
            </mc:Fallback>
          </mc:AlternateContent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A1E9B6DA-5F22-CD91-4DE0-AD8B3CF07737}"/>
                  </a:ext>
                </a:extLst>
              </p:cNvPr>
              <p:cNvSpPr txBox="1"/>
              <p:nvPr/>
            </p:nvSpPr>
            <p:spPr>
              <a:xfrm>
                <a:off x="10429485" y="3524100"/>
                <a:ext cx="300082" cy="369332"/>
              </a:xfrm>
              <a:custGeom>
                <a:avLst/>
                <a:gdLst>
                  <a:gd name="connsiteX0" fmla="*/ 0 w 300082"/>
                  <a:gd name="connsiteY0" fmla="*/ 0 h 369332"/>
                  <a:gd name="connsiteX1" fmla="*/ 300082 w 300082"/>
                  <a:gd name="connsiteY1" fmla="*/ 0 h 369332"/>
                  <a:gd name="connsiteX2" fmla="*/ 300082 w 300082"/>
                  <a:gd name="connsiteY2" fmla="*/ 369332 h 369332"/>
                  <a:gd name="connsiteX3" fmla="*/ 0 w 300082"/>
                  <a:gd name="connsiteY3" fmla="*/ 369332 h 369332"/>
                  <a:gd name="connsiteX4" fmla="*/ 0 w 300082"/>
                  <a:gd name="connsiteY4" fmla="*/ 0 h 36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082" h="369332" fill="none" extrusionOk="0">
                    <a:moveTo>
                      <a:pt x="0" y="0"/>
                    </a:moveTo>
                    <a:cubicBezTo>
                      <a:pt x="62238" y="-6101"/>
                      <a:pt x="160338" y="20667"/>
                      <a:pt x="300082" y="0"/>
                    </a:cubicBezTo>
                    <a:cubicBezTo>
                      <a:pt x="303170" y="50394"/>
                      <a:pt x="307653" y="190070"/>
                      <a:pt x="300082" y="369332"/>
                    </a:cubicBezTo>
                    <a:cubicBezTo>
                      <a:pt x="228142" y="363651"/>
                      <a:pt x="141061" y="365441"/>
                      <a:pt x="0" y="369332"/>
                    </a:cubicBezTo>
                    <a:cubicBezTo>
                      <a:pt x="32971" y="200808"/>
                      <a:pt x="-15083" y="162891"/>
                      <a:pt x="0" y="0"/>
                    </a:cubicBezTo>
                    <a:close/>
                  </a:path>
                  <a:path w="300082" h="369332" stroke="0" extrusionOk="0">
                    <a:moveTo>
                      <a:pt x="0" y="0"/>
                    </a:moveTo>
                    <a:cubicBezTo>
                      <a:pt x="114769" y="-10369"/>
                      <a:pt x="255765" y="9180"/>
                      <a:pt x="300082" y="0"/>
                    </a:cubicBezTo>
                    <a:cubicBezTo>
                      <a:pt x="290859" y="84307"/>
                      <a:pt x="308430" y="312649"/>
                      <a:pt x="300082" y="369332"/>
                    </a:cubicBezTo>
                    <a:cubicBezTo>
                      <a:pt x="160020" y="360057"/>
                      <a:pt x="59215" y="391783"/>
                      <a:pt x="0" y="369332"/>
                    </a:cubicBezTo>
                    <a:cubicBezTo>
                      <a:pt x="10731" y="248138"/>
                      <a:pt x="-12155" y="54238"/>
                      <a:pt x="0" y="0"/>
                    </a:cubicBezTo>
                    <a:close/>
                  </a:path>
                </a:pathLst>
              </a:custGeom>
              <a:ln cap="rnd" cmpd="sng">
                <a:round/>
                <a:extLst>
                  <a:ext uri="{C807C97D-BFC1-408E-A445-0C87EB9F89A2}">
                    <ask:lineSketchStyleProps xmlns:ask="http://schemas.microsoft.com/office/drawing/2018/sketchyshapes" sd="981765707">
                      <a:prstGeom prst="rect">
                        <a:avLst/>
                      </a:prstGeom>
                      <ask:type>
                        <ask:lineSketchCurved/>
                      </ask:type>
                    </ask:lineSketchStyleProps>
                  </a:ext>
                </a:extLst>
              </a:ln>
              <a:effectLst>
                <a:softEdge rad="0"/>
              </a:effec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de-DE" dirty="0"/>
                  <a:t>5</a:t>
                </a:r>
              </a:p>
            </p:txBody>
          </p:sp>
          <p:sp>
            <p:nvSpPr>
              <p:cNvPr id="25" name="Geschweifte Klammer links 24">
                <a:extLst>
                  <a:ext uri="{FF2B5EF4-FFF2-40B4-BE49-F238E27FC236}">
                    <a16:creationId xmlns:a16="http://schemas.microsoft.com/office/drawing/2014/main" id="{4A09E4F0-22E5-C723-0EF4-71D8380620BA}"/>
                  </a:ext>
                </a:extLst>
              </p:cNvPr>
              <p:cNvSpPr/>
              <p:nvPr/>
            </p:nvSpPr>
            <p:spPr>
              <a:xfrm flipH="1">
                <a:off x="9962527" y="3127248"/>
                <a:ext cx="415911" cy="1179572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799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</p:bldLst>
  </p:timing>
</p:sld>
</file>

<file path=ppt/theme/theme1.xml><?xml version="1.0" encoding="utf-8"?>
<a:theme xmlns:a="http://schemas.openxmlformats.org/drawingml/2006/main" name="Standarddesign">
  <a:themeElements>
    <a:clrScheme name="Standard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Breitbild</PresentationFormat>
  <Paragraphs>45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Aptos</vt:lpstr>
      <vt:lpstr>Arial</vt:lpstr>
      <vt:lpstr>Courier New</vt:lpstr>
      <vt:lpstr>Times New Roman</vt:lpstr>
      <vt:lpstr>Standarddesign</vt:lpstr>
      <vt:lpstr>Sitzplan &amp; mebis (direkt alles herunterladen)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Franke</dc:creator>
  <cp:lastModifiedBy>Florian Franke</cp:lastModifiedBy>
  <cp:revision>272</cp:revision>
  <dcterms:created xsi:type="dcterms:W3CDTF">2024-12-17T13:39:15Z</dcterms:created>
  <dcterms:modified xsi:type="dcterms:W3CDTF">2025-06-02T18:38:52Z</dcterms:modified>
</cp:coreProperties>
</file>