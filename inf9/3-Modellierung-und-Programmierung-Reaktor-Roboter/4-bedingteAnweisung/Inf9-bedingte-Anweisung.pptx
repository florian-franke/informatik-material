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404" r:id="rId2"/>
    <p:sldId id="413" r:id="rId3"/>
    <p:sldId id="410" r:id="rId4"/>
    <p:sldId id="411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25" autoAdjust="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140F-7D39-6AED-EB9A-0CBD7157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E5865D9-C778-5436-4A58-18388BB7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BABDBD-B145-4CCD-3814-7D3EECEE6A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Struktogramm – zwei Szenarien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571FCE7-D43E-4AF3-EABD-C00EB5A7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9C0B422-AE69-AD20-0828-D1EE66297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23" y="4282026"/>
            <a:ext cx="4469969" cy="186248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D1E5E3A-A373-A308-FDA8-ADF9EA49B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395" y="4265418"/>
            <a:ext cx="4469968" cy="1879095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EBBF9F67-CF9A-54B3-AC52-E2D0A4730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903" y="1049875"/>
            <a:ext cx="6103105" cy="2512322"/>
          </a:xfrm>
          <a:prstGeom prst="rect">
            <a:avLst/>
          </a:prstGeom>
        </p:spPr>
      </p:pic>
      <p:pic>
        <p:nvPicPr>
          <p:cNvPr id="21" name="Grafik 20" descr="Gehirn im Kopf Silhouette">
            <a:extLst>
              <a:ext uri="{FF2B5EF4-FFF2-40B4-BE49-F238E27FC236}">
                <a16:creationId xmlns:a16="http://schemas.microsoft.com/office/drawing/2014/main" id="{737AB700-1EC6-C289-8602-39A044215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44309" y="718317"/>
            <a:ext cx="1540107" cy="1540107"/>
          </a:xfrm>
          <a:prstGeom prst="rect">
            <a:avLst/>
          </a:prstGeom>
        </p:spPr>
      </p:pic>
      <p:pic>
        <p:nvPicPr>
          <p:cNvPr id="23" name="Grafik 22" descr="Chat Silhouette">
            <a:extLst>
              <a:ext uri="{FF2B5EF4-FFF2-40B4-BE49-F238E27FC236}">
                <a16:creationId xmlns:a16="http://schemas.microsoft.com/office/drawing/2014/main" id="{F877ABB2-03F8-EE2E-6D99-E4AAE0C891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06456" y="2306036"/>
            <a:ext cx="1277960" cy="1277960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F183538C-3BF8-8BDE-1EC0-830807850F00}"/>
              </a:ext>
            </a:extLst>
          </p:cNvPr>
          <p:cNvSpPr/>
          <p:nvPr/>
        </p:nvSpPr>
        <p:spPr>
          <a:xfrm>
            <a:off x="10085832" y="718317"/>
            <a:ext cx="301752" cy="3315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23E5DA42-0674-0148-C416-08D3F0057BEE}"/>
              </a:ext>
            </a:extLst>
          </p:cNvPr>
          <p:cNvSpPr/>
          <p:nvPr/>
        </p:nvSpPr>
        <p:spPr>
          <a:xfrm>
            <a:off x="10094976" y="2344392"/>
            <a:ext cx="301752" cy="3315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871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F889-9E0B-B29A-262B-98D5B4EC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7EFF344-F4CC-2201-FD23-B938F0936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9E38015-0DB4-166D-5067-7C09B8ABF0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bedingte 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FE2C32A-BDEB-7172-4E3C-323A12D67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1ABAAB6-C438-340C-97B7-3A77843A2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6" y="1464037"/>
            <a:ext cx="6995709" cy="1809515"/>
          </a:xfrm>
          <a:prstGeom prst="rect">
            <a:avLst/>
          </a:prstGeom>
        </p:spPr>
      </p:pic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2103685-A654-988E-EC3D-D4C3B4ED7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120746"/>
              </p:ext>
            </p:extLst>
          </p:nvPr>
        </p:nvGraphicFramePr>
        <p:xfrm>
          <a:off x="5303519" y="3694177"/>
          <a:ext cx="614308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62">
                  <a:extLst>
                    <a:ext uri="{9D8B030D-6E8A-4147-A177-3AD203B41FA5}">
                      <a16:colId xmlns:a16="http://schemas.microsoft.com/office/drawing/2014/main" val="1240796010"/>
                    </a:ext>
                  </a:extLst>
                </a:gridCol>
                <a:gridCol w="5223425">
                  <a:extLst>
                    <a:ext uri="{9D8B030D-6E8A-4147-A177-3AD203B41FA5}">
                      <a16:colId xmlns:a16="http://schemas.microsoft.com/office/drawing/2014/main" val="356514514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ysClr val="windowText" lastClr="000000"/>
                          </a:solidFill>
                        </a:rPr>
                        <a:t>while</a:t>
                      </a:r>
                      <a:r>
                        <a:rPr lang="de-DE" dirty="0">
                          <a:solidFill>
                            <a:sysClr val="windowText" lastClr="000000"/>
                          </a:solidFill>
                        </a:rPr>
                        <a:t> (Bedingung)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0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anweisung1();</a:t>
                      </a:r>
                    </a:p>
                    <a:p>
                      <a:r>
                        <a:rPr lang="de-DE" dirty="0"/>
                        <a:t>anweisung2();</a:t>
                      </a:r>
                    </a:p>
                    <a:p>
                      <a:endParaRPr lang="de-DE" dirty="0"/>
                    </a:p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046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605091"/>
                  </a:ext>
                </a:extLst>
              </a:tr>
            </a:tbl>
          </a:graphicData>
        </a:graphic>
      </p:graphicFrame>
      <p:sp>
        <p:nvSpPr>
          <p:cNvPr id="5" name="Ellipse 4">
            <a:extLst>
              <a:ext uri="{FF2B5EF4-FFF2-40B4-BE49-F238E27FC236}">
                <a16:creationId xmlns:a16="http://schemas.microsoft.com/office/drawing/2014/main" id="{704061DE-3004-89EA-19D5-E1518204CFCF}"/>
              </a:ext>
            </a:extLst>
          </p:cNvPr>
          <p:cNvSpPr/>
          <p:nvPr/>
        </p:nvSpPr>
        <p:spPr>
          <a:xfrm>
            <a:off x="1554480" y="1170432"/>
            <a:ext cx="5212080" cy="1115568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181EB3B-A52F-990F-A9F8-98E111F05E94}"/>
              </a:ext>
            </a:extLst>
          </p:cNvPr>
          <p:cNvSpPr/>
          <p:nvPr/>
        </p:nvSpPr>
        <p:spPr>
          <a:xfrm>
            <a:off x="4736592" y="3478765"/>
            <a:ext cx="3855720" cy="78638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635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C6C8-0C2E-1C5E-C25E-4F16247E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722584B-F74F-DA7F-77E1-5F1AAEA55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D2C918D-956B-5DDE-D41F-03401E587C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Programmierübung 4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78258170-4CD5-1874-C687-452F71A2E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DAF3FA9-00B5-A69D-6B6F-55E32B6D0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36" y="0"/>
            <a:ext cx="7571385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E71F250-4C1F-91E4-A9BE-98579A2B4BF4}"/>
              </a:ext>
            </a:extLst>
          </p:cNvPr>
          <p:cNvSpPr txBox="1"/>
          <p:nvPr/>
        </p:nvSpPr>
        <p:spPr>
          <a:xfrm>
            <a:off x="200889" y="2414016"/>
            <a:ext cx="32768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Aufgabe 1-4</a:t>
            </a:r>
          </a:p>
          <a:p>
            <a:r>
              <a:rPr lang="de-DE" sz="4800" dirty="0"/>
              <a:t>Wenn fertig:</a:t>
            </a:r>
          </a:p>
          <a:p>
            <a:r>
              <a:rPr lang="de-DE" sz="4800" dirty="0"/>
              <a:t>Aufgabe 6-9</a:t>
            </a:r>
          </a:p>
        </p:txBody>
      </p:sp>
    </p:spTree>
    <p:extLst>
      <p:ext uri="{BB962C8B-B14F-4D97-AF65-F5344CB8AC3E}">
        <p14:creationId xmlns:p14="http://schemas.microsoft.com/office/powerpoint/2010/main" val="294139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0686-CF96-0EAF-642C-08112C0D4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DDFA174-2E7F-49A0-1C14-3D8E3C2D6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CBF017C-C6A2-E947-BEC0-15A5643EB9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Programmierübung 4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FF22DFCD-06B8-8F82-7F22-9DB208E11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E074741-D499-18EA-0AD5-654BCB8BD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36" y="0"/>
            <a:ext cx="7571385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46CFD1C-1BB0-EE9D-E16C-7ABFEDF90799}"/>
              </a:ext>
            </a:extLst>
          </p:cNvPr>
          <p:cNvSpPr txBox="1"/>
          <p:nvPr/>
        </p:nvSpPr>
        <p:spPr>
          <a:xfrm>
            <a:off x="200889" y="2414016"/>
            <a:ext cx="276389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Jetzt:</a:t>
            </a:r>
          </a:p>
          <a:p>
            <a:r>
              <a:rPr lang="de-DE" sz="4800" dirty="0"/>
              <a:t>Aufgabe 5</a:t>
            </a:r>
          </a:p>
        </p:txBody>
      </p:sp>
    </p:spTree>
    <p:extLst>
      <p:ext uri="{BB962C8B-B14F-4D97-AF65-F5344CB8AC3E}">
        <p14:creationId xmlns:p14="http://schemas.microsoft.com/office/powerpoint/2010/main" val="3812153954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Breitbild</PresentationFormat>
  <Paragraphs>16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Arial</vt:lpstr>
      <vt:lpstr>Times New Roman</vt:lpstr>
      <vt:lpstr>Standarddesign</vt:lpstr>
      <vt:lpstr>Wiederholung: Struktogramm – zwei Szenarien</vt:lpstr>
      <vt:lpstr>Wiederholung: bedingte Wiederholung</vt:lpstr>
      <vt:lpstr>Programmierübung 4</vt:lpstr>
      <vt:lpstr>Programmierübung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246</cp:revision>
  <dcterms:created xsi:type="dcterms:W3CDTF">2024-12-17T13:39:15Z</dcterms:created>
  <dcterms:modified xsi:type="dcterms:W3CDTF">2026-06-24T21:46:33Z</dcterms:modified>
</cp:coreProperties>
</file>